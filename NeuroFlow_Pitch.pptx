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689"/>
  </p:normalViewPr>
  <p:slideViewPr>
    <p:cSldViewPr snapToGrid="0" snapToObjects="1">
      <p:cViewPr varScale="1">
        <p:scale>
          <a:sx n="147" d="100"/>
          <a:sy n="147" d="100"/>
        </p:scale>
        <p:origin x="150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4C926A-E820-453E-8B84-9BC3C97272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22EC51C-7458-4D3B-AD50-B2BE9DFE6146}">
      <dgm:prSet/>
      <dgm:spPr/>
      <dgm:t>
        <a:bodyPr/>
        <a:lstStyle/>
        <a:p>
          <a:pPr>
            <a:defRPr cap="all"/>
          </a:pPr>
          <a:r>
            <a:rPr lang="en-US" b="0" i="0"/>
            <a:t>The Bottleneck: Doctors spend 2 hours on data entry for every 1 hour of patient care.</a:t>
          </a:r>
          <a:endParaRPr lang="en-US"/>
        </a:p>
      </dgm:t>
    </dgm:pt>
    <dgm:pt modelId="{3EF927A7-01CF-4137-BE6B-7D512B1111C6}" type="parTrans" cxnId="{A1E1990E-6E97-41BA-852E-D83EF7B414D7}">
      <dgm:prSet/>
      <dgm:spPr/>
      <dgm:t>
        <a:bodyPr/>
        <a:lstStyle/>
        <a:p>
          <a:endParaRPr lang="en-US"/>
        </a:p>
      </dgm:t>
    </dgm:pt>
    <dgm:pt modelId="{BCFA6116-E508-4947-A437-98D135B1EFA8}" type="sibTrans" cxnId="{A1E1990E-6E97-41BA-852E-D83EF7B414D7}">
      <dgm:prSet/>
      <dgm:spPr/>
      <dgm:t>
        <a:bodyPr/>
        <a:lstStyle/>
        <a:p>
          <a:endParaRPr lang="en-US"/>
        </a:p>
      </dgm:t>
    </dgm:pt>
    <dgm:pt modelId="{170F7EF2-1C88-4EAD-BE74-AE2723BEA1AA}">
      <dgm:prSet/>
      <dgm:spPr/>
      <dgm:t>
        <a:bodyPr/>
        <a:lstStyle/>
        <a:p>
          <a:pPr>
            <a:defRPr cap="all"/>
          </a:pPr>
          <a:r>
            <a:rPr lang="en-US" b="0" i="0"/>
            <a:t>The Consequence: Burnout, shorter visits, and critical details lost.</a:t>
          </a:r>
          <a:endParaRPr lang="en-US"/>
        </a:p>
      </dgm:t>
    </dgm:pt>
    <dgm:pt modelId="{D76CDB48-6D16-43B8-B58A-57E1880966FA}" type="parTrans" cxnId="{702406A3-4CE2-4DA7-AC90-5F145620BF23}">
      <dgm:prSet/>
      <dgm:spPr/>
      <dgm:t>
        <a:bodyPr/>
        <a:lstStyle/>
        <a:p>
          <a:endParaRPr lang="en-US"/>
        </a:p>
      </dgm:t>
    </dgm:pt>
    <dgm:pt modelId="{D05BA6D8-97E7-4434-A71F-2C18DBA745D5}" type="sibTrans" cxnId="{702406A3-4CE2-4DA7-AC90-5F145620BF23}">
      <dgm:prSet/>
      <dgm:spPr/>
      <dgm:t>
        <a:bodyPr/>
        <a:lstStyle/>
        <a:p>
          <a:endParaRPr lang="en-US"/>
        </a:p>
      </dgm:t>
    </dgm:pt>
    <dgm:pt modelId="{A01F4E46-01D4-41A7-8DBE-D48FA2E9E89C}">
      <dgm:prSet/>
      <dgm:spPr/>
      <dgm:t>
        <a:bodyPr/>
        <a:lstStyle/>
        <a:p>
          <a:pPr>
            <a:defRPr cap="all"/>
          </a:pPr>
          <a:r>
            <a:rPr lang="en-US" b="0" i="0"/>
            <a:t>The Gap: Existing tools are just 'dictation' or require the doctor to be present.</a:t>
          </a:r>
          <a:endParaRPr lang="en-US"/>
        </a:p>
      </dgm:t>
    </dgm:pt>
    <dgm:pt modelId="{CF38E7C2-8FEC-4C13-91E5-C43287034D91}" type="parTrans" cxnId="{35FE2BF5-DAAB-4F9B-AB9B-B0825AE0493E}">
      <dgm:prSet/>
      <dgm:spPr/>
      <dgm:t>
        <a:bodyPr/>
        <a:lstStyle/>
        <a:p>
          <a:endParaRPr lang="en-US"/>
        </a:p>
      </dgm:t>
    </dgm:pt>
    <dgm:pt modelId="{ECA75060-8774-4199-B6D2-A3A6A9806A21}" type="sibTrans" cxnId="{35FE2BF5-DAAB-4F9B-AB9B-B0825AE0493E}">
      <dgm:prSet/>
      <dgm:spPr/>
      <dgm:t>
        <a:bodyPr/>
        <a:lstStyle/>
        <a:p>
          <a:endParaRPr lang="en-US"/>
        </a:p>
      </dgm:t>
    </dgm:pt>
    <dgm:pt modelId="{037D7A4C-B38C-480F-9257-112E5DE71FE9}" type="pres">
      <dgm:prSet presAssocID="{464C926A-E820-453E-8B84-9BC3C972728D}" presName="root" presStyleCnt="0">
        <dgm:presLayoutVars>
          <dgm:dir/>
          <dgm:resizeHandles val="exact"/>
        </dgm:presLayoutVars>
      </dgm:prSet>
      <dgm:spPr/>
    </dgm:pt>
    <dgm:pt modelId="{3E365842-B60E-419B-872A-C8618D6455EA}" type="pres">
      <dgm:prSet presAssocID="{622EC51C-7458-4D3B-AD50-B2BE9DFE6146}" presName="compNode" presStyleCnt="0"/>
      <dgm:spPr/>
    </dgm:pt>
    <dgm:pt modelId="{03EE04FF-A6A7-4B27-87D8-FC26621E211E}" type="pres">
      <dgm:prSet presAssocID="{622EC51C-7458-4D3B-AD50-B2BE9DFE6146}" presName="iconBgRect" presStyleLbl="bgShp" presStyleIdx="0" presStyleCnt="3"/>
      <dgm:spPr/>
    </dgm:pt>
    <dgm:pt modelId="{DAF5FB55-DFD2-492D-B5E1-951E8B4E8396}" type="pres">
      <dgm:prSet presAssocID="{622EC51C-7458-4D3B-AD50-B2BE9DFE614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F7801BA-CCDE-42ED-95B9-74151430AE59}" type="pres">
      <dgm:prSet presAssocID="{622EC51C-7458-4D3B-AD50-B2BE9DFE6146}" presName="spaceRect" presStyleCnt="0"/>
      <dgm:spPr/>
    </dgm:pt>
    <dgm:pt modelId="{B469E24C-E80C-4B38-B8DC-CBB89E81EE11}" type="pres">
      <dgm:prSet presAssocID="{622EC51C-7458-4D3B-AD50-B2BE9DFE6146}" presName="textRect" presStyleLbl="revTx" presStyleIdx="0" presStyleCnt="3">
        <dgm:presLayoutVars>
          <dgm:chMax val="1"/>
          <dgm:chPref val="1"/>
        </dgm:presLayoutVars>
      </dgm:prSet>
      <dgm:spPr/>
    </dgm:pt>
    <dgm:pt modelId="{A389D16B-67F7-49C9-BD38-E10C5F936317}" type="pres">
      <dgm:prSet presAssocID="{BCFA6116-E508-4947-A437-98D135B1EFA8}" presName="sibTrans" presStyleCnt="0"/>
      <dgm:spPr/>
    </dgm:pt>
    <dgm:pt modelId="{B0D8928F-EF7A-494C-9848-0492686EBF7A}" type="pres">
      <dgm:prSet presAssocID="{170F7EF2-1C88-4EAD-BE74-AE2723BEA1AA}" presName="compNode" presStyleCnt="0"/>
      <dgm:spPr/>
    </dgm:pt>
    <dgm:pt modelId="{D4C404E5-E515-447B-8409-E0A597559B7D}" type="pres">
      <dgm:prSet presAssocID="{170F7EF2-1C88-4EAD-BE74-AE2723BEA1AA}" presName="iconBgRect" presStyleLbl="bgShp" presStyleIdx="1" presStyleCnt="3"/>
      <dgm:spPr/>
    </dgm:pt>
    <dgm:pt modelId="{2199CF11-4529-45FA-A0EF-917C27F4A4D8}" type="pres">
      <dgm:prSet presAssocID="{170F7EF2-1C88-4EAD-BE74-AE2723BEA1A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EA639B19-1C03-4761-8738-25B68D76E0A6}" type="pres">
      <dgm:prSet presAssocID="{170F7EF2-1C88-4EAD-BE74-AE2723BEA1AA}" presName="spaceRect" presStyleCnt="0"/>
      <dgm:spPr/>
    </dgm:pt>
    <dgm:pt modelId="{B553F1F3-3714-4829-9853-757F4DF8FA4B}" type="pres">
      <dgm:prSet presAssocID="{170F7EF2-1C88-4EAD-BE74-AE2723BEA1AA}" presName="textRect" presStyleLbl="revTx" presStyleIdx="1" presStyleCnt="3">
        <dgm:presLayoutVars>
          <dgm:chMax val="1"/>
          <dgm:chPref val="1"/>
        </dgm:presLayoutVars>
      </dgm:prSet>
      <dgm:spPr/>
    </dgm:pt>
    <dgm:pt modelId="{050CA2E2-6777-4D95-8562-B0BAF846F67E}" type="pres">
      <dgm:prSet presAssocID="{D05BA6D8-97E7-4434-A71F-2C18DBA745D5}" presName="sibTrans" presStyleCnt="0"/>
      <dgm:spPr/>
    </dgm:pt>
    <dgm:pt modelId="{2FCB76CA-51AA-407D-989E-D3AD11CB6F83}" type="pres">
      <dgm:prSet presAssocID="{A01F4E46-01D4-41A7-8DBE-D48FA2E9E89C}" presName="compNode" presStyleCnt="0"/>
      <dgm:spPr/>
    </dgm:pt>
    <dgm:pt modelId="{B49F2026-6351-46F4-B732-E06A5DA53BC9}" type="pres">
      <dgm:prSet presAssocID="{A01F4E46-01D4-41A7-8DBE-D48FA2E9E89C}" presName="iconBgRect" presStyleLbl="bgShp" presStyleIdx="2" presStyleCnt="3"/>
      <dgm:spPr/>
    </dgm:pt>
    <dgm:pt modelId="{A0E01580-062B-4D7C-8301-B5EAEBEDBEFD}" type="pres">
      <dgm:prSet presAssocID="{A01F4E46-01D4-41A7-8DBE-D48FA2E9E89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8F2F5AEE-7E34-410F-B593-3058E6E7AF3C}" type="pres">
      <dgm:prSet presAssocID="{A01F4E46-01D4-41A7-8DBE-D48FA2E9E89C}" presName="spaceRect" presStyleCnt="0"/>
      <dgm:spPr/>
    </dgm:pt>
    <dgm:pt modelId="{35219007-6CA4-4146-A67E-C63AB3C5786D}" type="pres">
      <dgm:prSet presAssocID="{A01F4E46-01D4-41A7-8DBE-D48FA2E9E89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1E1990E-6E97-41BA-852E-D83EF7B414D7}" srcId="{464C926A-E820-453E-8B84-9BC3C972728D}" destId="{622EC51C-7458-4D3B-AD50-B2BE9DFE6146}" srcOrd="0" destOrd="0" parTransId="{3EF927A7-01CF-4137-BE6B-7D512B1111C6}" sibTransId="{BCFA6116-E508-4947-A437-98D135B1EFA8}"/>
    <dgm:cxn modelId="{093A315E-53FD-4356-9F71-D191D9DCAB89}" type="presOf" srcId="{170F7EF2-1C88-4EAD-BE74-AE2723BEA1AA}" destId="{B553F1F3-3714-4829-9853-757F4DF8FA4B}" srcOrd="0" destOrd="0" presId="urn:microsoft.com/office/officeart/2018/5/layout/IconCircleLabelList"/>
    <dgm:cxn modelId="{0F07BF82-CC43-4E0D-84AF-1B31917339EE}" type="presOf" srcId="{464C926A-E820-453E-8B84-9BC3C972728D}" destId="{037D7A4C-B38C-480F-9257-112E5DE71FE9}" srcOrd="0" destOrd="0" presId="urn:microsoft.com/office/officeart/2018/5/layout/IconCircleLabelList"/>
    <dgm:cxn modelId="{702406A3-4CE2-4DA7-AC90-5F145620BF23}" srcId="{464C926A-E820-453E-8B84-9BC3C972728D}" destId="{170F7EF2-1C88-4EAD-BE74-AE2723BEA1AA}" srcOrd="1" destOrd="0" parTransId="{D76CDB48-6D16-43B8-B58A-57E1880966FA}" sibTransId="{D05BA6D8-97E7-4434-A71F-2C18DBA745D5}"/>
    <dgm:cxn modelId="{080D08CF-13E2-4000-B785-842E5B15EB2A}" type="presOf" srcId="{622EC51C-7458-4D3B-AD50-B2BE9DFE6146}" destId="{B469E24C-E80C-4B38-B8DC-CBB89E81EE11}" srcOrd="0" destOrd="0" presId="urn:microsoft.com/office/officeart/2018/5/layout/IconCircleLabelList"/>
    <dgm:cxn modelId="{24D667DD-1543-45F1-878D-92ED77E67DC4}" type="presOf" srcId="{A01F4E46-01D4-41A7-8DBE-D48FA2E9E89C}" destId="{35219007-6CA4-4146-A67E-C63AB3C5786D}" srcOrd="0" destOrd="0" presId="urn:microsoft.com/office/officeart/2018/5/layout/IconCircleLabelList"/>
    <dgm:cxn modelId="{35FE2BF5-DAAB-4F9B-AB9B-B0825AE0493E}" srcId="{464C926A-E820-453E-8B84-9BC3C972728D}" destId="{A01F4E46-01D4-41A7-8DBE-D48FA2E9E89C}" srcOrd="2" destOrd="0" parTransId="{CF38E7C2-8FEC-4C13-91E5-C43287034D91}" sibTransId="{ECA75060-8774-4199-B6D2-A3A6A9806A21}"/>
    <dgm:cxn modelId="{3E2B894C-660A-46D5-9A60-3AE1F861F811}" type="presParOf" srcId="{037D7A4C-B38C-480F-9257-112E5DE71FE9}" destId="{3E365842-B60E-419B-872A-C8618D6455EA}" srcOrd="0" destOrd="0" presId="urn:microsoft.com/office/officeart/2018/5/layout/IconCircleLabelList"/>
    <dgm:cxn modelId="{DD721A26-F7FA-4BCD-A6EA-F501CC813CD3}" type="presParOf" srcId="{3E365842-B60E-419B-872A-C8618D6455EA}" destId="{03EE04FF-A6A7-4B27-87D8-FC26621E211E}" srcOrd="0" destOrd="0" presId="urn:microsoft.com/office/officeart/2018/5/layout/IconCircleLabelList"/>
    <dgm:cxn modelId="{47B5B435-94D0-4595-97A5-9A06CBA1D657}" type="presParOf" srcId="{3E365842-B60E-419B-872A-C8618D6455EA}" destId="{DAF5FB55-DFD2-492D-B5E1-951E8B4E8396}" srcOrd="1" destOrd="0" presId="urn:microsoft.com/office/officeart/2018/5/layout/IconCircleLabelList"/>
    <dgm:cxn modelId="{E69A186D-E17C-4117-A457-FF3107398A1F}" type="presParOf" srcId="{3E365842-B60E-419B-872A-C8618D6455EA}" destId="{9F7801BA-CCDE-42ED-95B9-74151430AE59}" srcOrd="2" destOrd="0" presId="urn:microsoft.com/office/officeart/2018/5/layout/IconCircleLabelList"/>
    <dgm:cxn modelId="{3CCEE139-1172-4F81-8CB0-8E69EA2EA630}" type="presParOf" srcId="{3E365842-B60E-419B-872A-C8618D6455EA}" destId="{B469E24C-E80C-4B38-B8DC-CBB89E81EE11}" srcOrd="3" destOrd="0" presId="urn:microsoft.com/office/officeart/2018/5/layout/IconCircleLabelList"/>
    <dgm:cxn modelId="{F99CA15D-A21E-4C2F-8423-7985CA24B2DB}" type="presParOf" srcId="{037D7A4C-B38C-480F-9257-112E5DE71FE9}" destId="{A389D16B-67F7-49C9-BD38-E10C5F936317}" srcOrd="1" destOrd="0" presId="urn:microsoft.com/office/officeart/2018/5/layout/IconCircleLabelList"/>
    <dgm:cxn modelId="{68F9667E-D142-4125-8109-331D765980EB}" type="presParOf" srcId="{037D7A4C-B38C-480F-9257-112E5DE71FE9}" destId="{B0D8928F-EF7A-494C-9848-0492686EBF7A}" srcOrd="2" destOrd="0" presId="urn:microsoft.com/office/officeart/2018/5/layout/IconCircleLabelList"/>
    <dgm:cxn modelId="{E61D56B5-E3DE-4BE0-8058-1905AC2610F8}" type="presParOf" srcId="{B0D8928F-EF7A-494C-9848-0492686EBF7A}" destId="{D4C404E5-E515-447B-8409-E0A597559B7D}" srcOrd="0" destOrd="0" presId="urn:microsoft.com/office/officeart/2018/5/layout/IconCircleLabelList"/>
    <dgm:cxn modelId="{14D397B0-7027-4536-ACBC-18810F076105}" type="presParOf" srcId="{B0D8928F-EF7A-494C-9848-0492686EBF7A}" destId="{2199CF11-4529-45FA-A0EF-917C27F4A4D8}" srcOrd="1" destOrd="0" presId="urn:microsoft.com/office/officeart/2018/5/layout/IconCircleLabelList"/>
    <dgm:cxn modelId="{CAE44C80-260B-46E0-A788-FD55A6AA9F9D}" type="presParOf" srcId="{B0D8928F-EF7A-494C-9848-0492686EBF7A}" destId="{EA639B19-1C03-4761-8738-25B68D76E0A6}" srcOrd="2" destOrd="0" presId="urn:microsoft.com/office/officeart/2018/5/layout/IconCircleLabelList"/>
    <dgm:cxn modelId="{0B409FC5-4F8F-44C6-A8FD-FFE9E12B1A88}" type="presParOf" srcId="{B0D8928F-EF7A-494C-9848-0492686EBF7A}" destId="{B553F1F3-3714-4829-9853-757F4DF8FA4B}" srcOrd="3" destOrd="0" presId="urn:microsoft.com/office/officeart/2018/5/layout/IconCircleLabelList"/>
    <dgm:cxn modelId="{55299337-51B0-47A4-9341-009B19157DBD}" type="presParOf" srcId="{037D7A4C-B38C-480F-9257-112E5DE71FE9}" destId="{050CA2E2-6777-4D95-8562-B0BAF846F67E}" srcOrd="3" destOrd="0" presId="urn:microsoft.com/office/officeart/2018/5/layout/IconCircleLabelList"/>
    <dgm:cxn modelId="{238E8D05-2EB3-4CA5-9176-8DC75CD66AAF}" type="presParOf" srcId="{037D7A4C-B38C-480F-9257-112E5DE71FE9}" destId="{2FCB76CA-51AA-407D-989E-D3AD11CB6F83}" srcOrd="4" destOrd="0" presId="urn:microsoft.com/office/officeart/2018/5/layout/IconCircleLabelList"/>
    <dgm:cxn modelId="{7B48B555-DFFF-42AA-8618-B41310BE59D3}" type="presParOf" srcId="{2FCB76CA-51AA-407D-989E-D3AD11CB6F83}" destId="{B49F2026-6351-46F4-B732-E06A5DA53BC9}" srcOrd="0" destOrd="0" presId="urn:microsoft.com/office/officeart/2018/5/layout/IconCircleLabelList"/>
    <dgm:cxn modelId="{2346096D-AEA7-4AFD-A151-B1B6EE10FE9C}" type="presParOf" srcId="{2FCB76CA-51AA-407D-989E-D3AD11CB6F83}" destId="{A0E01580-062B-4D7C-8301-B5EAEBEDBEFD}" srcOrd="1" destOrd="0" presId="urn:microsoft.com/office/officeart/2018/5/layout/IconCircleLabelList"/>
    <dgm:cxn modelId="{2E0FB806-3897-48BE-B92D-F0B2F2CF88FA}" type="presParOf" srcId="{2FCB76CA-51AA-407D-989E-D3AD11CB6F83}" destId="{8F2F5AEE-7E34-410F-B593-3058E6E7AF3C}" srcOrd="2" destOrd="0" presId="urn:microsoft.com/office/officeart/2018/5/layout/IconCircleLabelList"/>
    <dgm:cxn modelId="{D2AF8044-98C5-461F-8E7E-D9CE26180A14}" type="presParOf" srcId="{2FCB76CA-51AA-407D-989E-D3AD11CB6F83}" destId="{35219007-6CA4-4146-A67E-C63AB3C5786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F5A61B-8958-4946-929D-F13CA15E86E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2BCF6AA-EA4E-49A2-B326-322BDF14D7FC}">
      <dgm:prSet/>
      <dgm:spPr/>
      <dgm:t>
        <a:bodyPr/>
        <a:lstStyle/>
        <a:p>
          <a:r>
            <a:rPr lang="en-US" b="0" i="0"/>
            <a:t>What it is: An intelligent agent that interviews patients BEFORE they see the doctor.</a:t>
          </a:r>
          <a:endParaRPr lang="en-US"/>
        </a:p>
      </dgm:t>
    </dgm:pt>
    <dgm:pt modelId="{BF2F0702-13DA-4648-BA48-A9D7F252B152}" type="parTrans" cxnId="{A864FB22-6E31-4046-8374-622A24BBCCD4}">
      <dgm:prSet/>
      <dgm:spPr/>
      <dgm:t>
        <a:bodyPr/>
        <a:lstStyle/>
        <a:p>
          <a:endParaRPr lang="en-US"/>
        </a:p>
      </dgm:t>
    </dgm:pt>
    <dgm:pt modelId="{FEA68154-C1F6-41EC-8367-8A1B9FF70953}" type="sibTrans" cxnId="{A864FB22-6E31-4046-8374-622A24BBCCD4}">
      <dgm:prSet/>
      <dgm:spPr/>
      <dgm:t>
        <a:bodyPr/>
        <a:lstStyle/>
        <a:p>
          <a:endParaRPr lang="en-US"/>
        </a:p>
      </dgm:t>
    </dgm:pt>
    <dgm:pt modelId="{162C5490-539F-4949-BA66-E36B1EF4DC5C}">
      <dgm:prSet/>
      <dgm:spPr/>
      <dgm:t>
        <a:bodyPr/>
        <a:lstStyle/>
        <a:p>
          <a:r>
            <a:rPr lang="en-US" b="0" i="0"/>
            <a:t>Dynamic Interview: Asks smart follow-up questions based on specific symptoms.</a:t>
          </a:r>
          <a:endParaRPr lang="en-US"/>
        </a:p>
      </dgm:t>
    </dgm:pt>
    <dgm:pt modelId="{173A09BF-EFAD-4024-9919-C3EA84D59E98}" type="parTrans" cxnId="{F23083C3-5479-4BB8-A034-FBF30BB20057}">
      <dgm:prSet/>
      <dgm:spPr/>
      <dgm:t>
        <a:bodyPr/>
        <a:lstStyle/>
        <a:p>
          <a:endParaRPr lang="en-US"/>
        </a:p>
      </dgm:t>
    </dgm:pt>
    <dgm:pt modelId="{49F190EF-F502-49C7-A4F1-69020690192E}" type="sibTrans" cxnId="{F23083C3-5479-4BB8-A034-FBF30BB20057}">
      <dgm:prSet/>
      <dgm:spPr/>
      <dgm:t>
        <a:bodyPr/>
        <a:lstStyle/>
        <a:p>
          <a:endParaRPr lang="en-US"/>
        </a:p>
      </dgm:t>
    </dgm:pt>
    <dgm:pt modelId="{4EE1C97C-47B4-44CB-92B9-A81BEF331544}">
      <dgm:prSet/>
      <dgm:spPr/>
      <dgm:t>
        <a:bodyPr/>
        <a:lstStyle/>
        <a:p>
          <a:r>
            <a:rPr lang="en-US" b="0" i="0"/>
            <a:t>Smart Termination: Detects when it has enough info to stop.</a:t>
          </a:r>
          <a:endParaRPr lang="en-US"/>
        </a:p>
      </dgm:t>
    </dgm:pt>
    <dgm:pt modelId="{BE025294-89EA-4397-A3D3-56F78741FB8B}" type="parTrans" cxnId="{61AF575D-CFC2-4DBD-A93A-724EAFEEA507}">
      <dgm:prSet/>
      <dgm:spPr/>
      <dgm:t>
        <a:bodyPr/>
        <a:lstStyle/>
        <a:p>
          <a:endParaRPr lang="en-US"/>
        </a:p>
      </dgm:t>
    </dgm:pt>
    <dgm:pt modelId="{DAF61AB2-BC7E-4A98-A74D-AF1B648C5F53}" type="sibTrans" cxnId="{61AF575D-CFC2-4DBD-A93A-724EAFEEA507}">
      <dgm:prSet/>
      <dgm:spPr/>
      <dgm:t>
        <a:bodyPr/>
        <a:lstStyle/>
        <a:p>
          <a:endParaRPr lang="en-US"/>
        </a:p>
      </dgm:t>
    </dgm:pt>
    <dgm:pt modelId="{AEB021E4-7FBF-4FCC-9EF5-E8B6367A986C}">
      <dgm:prSet/>
      <dgm:spPr/>
      <dgm:t>
        <a:bodyPr/>
        <a:lstStyle/>
        <a:p>
          <a:r>
            <a:rPr lang="en-US" b="0" i="0"/>
            <a:t>Auto-SOAP: Generates structured clinical notes instantly.</a:t>
          </a:r>
          <a:endParaRPr lang="en-US"/>
        </a:p>
      </dgm:t>
    </dgm:pt>
    <dgm:pt modelId="{B2AD4B2D-EAF4-4552-B7E8-98B7BE49CFB5}" type="parTrans" cxnId="{96D34FC8-E4AA-4F50-9D21-E8E7D5835FDB}">
      <dgm:prSet/>
      <dgm:spPr/>
      <dgm:t>
        <a:bodyPr/>
        <a:lstStyle/>
        <a:p>
          <a:endParaRPr lang="en-US"/>
        </a:p>
      </dgm:t>
    </dgm:pt>
    <dgm:pt modelId="{2EC13F0B-3E67-427C-A82E-A35816DCA6BB}" type="sibTrans" cxnId="{96D34FC8-E4AA-4F50-9D21-E8E7D5835FDB}">
      <dgm:prSet/>
      <dgm:spPr/>
      <dgm:t>
        <a:bodyPr/>
        <a:lstStyle/>
        <a:p>
          <a:endParaRPr lang="en-US"/>
        </a:p>
      </dgm:t>
    </dgm:pt>
    <dgm:pt modelId="{C7583844-D401-4D40-B72C-60359FBEE3F3}" type="pres">
      <dgm:prSet presAssocID="{6BF5A61B-8958-4946-929D-F13CA15E86EC}" presName="root" presStyleCnt="0">
        <dgm:presLayoutVars>
          <dgm:dir/>
          <dgm:resizeHandles val="exact"/>
        </dgm:presLayoutVars>
      </dgm:prSet>
      <dgm:spPr/>
    </dgm:pt>
    <dgm:pt modelId="{696CEA60-E884-4387-A617-452F0F64D02E}" type="pres">
      <dgm:prSet presAssocID="{92BCF6AA-EA4E-49A2-B326-322BDF14D7FC}" presName="compNode" presStyleCnt="0"/>
      <dgm:spPr/>
    </dgm:pt>
    <dgm:pt modelId="{0B4E88E1-829B-4991-8202-0395E71CE058}" type="pres">
      <dgm:prSet presAssocID="{92BCF6AA-EA4E-49A2-B326-322BDF14D7FC}" presName="bgRect" presStyleLbl="bgShp" presStyleIdx="0" presStyleCnt="4"/>
      <dgm:spPr/>
    </dgm:pt>
    <dgm:pt modelId="{32FB5216-C204-4F31-9200-409F496F21A5}" type="pres">
      <dgm:prSet presAssocID="{92BCF6AA-EA4E-49A2-B326-322BDF14D7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6B6383BA-0589-4BDC-94BF-C5CB927DF1D7}" type="pres">
      <dgm:prSet presAssocID="{92BCF6AA-EA4E-49A2-B326-322BDF14D7FC}" presName="spaceRect" presStyleCnt="0"/>
      <dgm:spPr/>
    </dgm:pt>
    <dgm:pt modelId="{8AF6A01D-BE24-4E2A-A088-C5E3A2B24215}" type="pres">
      <dgm:prSet presAssocID="{92BCF6AA-EA4E-49A2-B326-322BDF14D7FC}" presName="parTx" presStyleLbl="revTx" presStyleIdx="0" presStyleCnt="4">
        <dgm:presLayoutVars>
          <dgm:chMax val="0"/>
          <dgm:chPref val="0"/>
        </dgm:presLayoutVars>
      </dgm:prSet>
      <dgm:spPr/>
    </dgm:pt>
    <dgm:pt modelId="{9E70DF34-0487-4472-A58E-4216101322B4}" type="pres">
      <dgm:prSet presAssocID="{FEA68154-C1F6-41EC-8367-8A1B9FF70953}" presName="sibTrans" presStyleCnt="0"/>
      <dgm:spPr/>
    </dgm:pt>
    <dgm:pt modelId="{1B2D968F-48CA-4D86-A482-03CB5B4E02CF}" type="pres">
      <dgm:prSet presAssocID="{162C5490-539F-4949-BA66-E36B1EF4DC5C}" presName="compNode" presStyleCnt="0"/>
      <dgm:spPr/>
    </dgm:pt>
    <dgm:pt modelId="{683A66BD-C6F1-44B0-B1DB-F031CB58EA81}" type="pres">
      <dgm:prSet presAssocID="{162C5490-539F-4949-BA66-E36B1EF4DC5C}" presName="bgRect" presStyleLbl="bgShp" presStyleIdx="1" presStyleCnt="4"/>
      <dgm:spPr/>
    </dgm:pt>
    <dgm:pt modelId="{392BA62A-C62B-4A18-AE65-4D5813C05785}" type="pres">
      <dgm:prSet presAssocID="{162C5490-539F-4949-BA66-E36B1EF4DC5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22C5226D-F724-4955-8CCC-658E47FBECF4}" type="pres">
      <dgm:prSet presAssocID="{162C5490-539F-4949-BA66-E36B1EF4DC5C}" presName="spaceRect" presStyleCnt="0"/>
      <dgm:spPr/>
    </dgm:pt>
    <dgm:pt modelId="{B7AD9E46-C744-482D-B830-D4E993E57DB9}" type="pres">
      <dgm:prSet presAssocID="{162C5490-539F-4949-BA66-E36B1EF4DC5C}" presName="parTx" presStyleLbl="revTx" presStyleIdx="1" presStyleCnt="4">
        <dgm:presLayoutVars>
          <dgm:chMax val="0"/>
          <dgm:chPref val="0"/>
        </dgm:presLayoutVars>
      </dgm:prSet>
      <dgm:spPr/>
    </dgm:pt>
    <dgm:pt modelId="{B821417C-3736-4E54-82DA-EB9D5EAA93D7}" type="pres">
      <dgm:prSet presAssocID="{49F190EF-F502-49C7-A4F1-69020690192E}" presName="sibTrans" presStyleCnt="0"/>
      <dgm:spPr/>
    </dgm:pt>
    <dgm:pt modelId="{B618D775-9D33-489A-88CA-A8715788D0F6}" type="pres">
      <dgm:prSet presAssocID="{4EE1C97C-47B4-44CB-92B9-A81BEF331544}" presName="compNode" presStyleCnt="0"/>
      <dgm:spPr/>
    </dgm:pt>
    <dgm:pt modelId="{06578AA7-12F3-430F-A583-9079E0CAC40C}" type="pres">
      <dgm:prSet presAssocID="{4EE1C97C-47B4-44CB-92B9-A81BEF331544}" presName="bgRect" presStyleLbl="bgShp" presStyleIdx="2" presStyleCnt="4"/>
      <dgm:spPr/>
    </dgm:pt>
    <dgm:pt modelId="{9399BA8C-5A57-4B64-AD22-986ABC1E810B}" type="pres">
      <dgm:prSet presAssocID="{4EE1C97C-47B4-44CB-92B9-A81BEF3315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EED598F9-74A8-440C-AD09-9C765F46B0AE}" type="pres">
      <dgm:prSet presAssocID="{4EE1C97C-47B4-44CB-92B9-A81BEF331544}" presName="spaceRect" presStyleCnt="0"/>
      <dgm:spPr/>
    </dgm:pt>
    <dgm:pt modelId="{123123CF-4B5C-47F4-B815-7C8EEF839806}" type="pres">
      <dgm:prSet presAssocID="{4EE1C97C-47B4-44CB-92B9-A81BEF331544}" presName="parTx" presStyleLbl="revTx" presStyleIdx="2" presStyleCnt="4">
        <dgm:presLayoutVars>
          <dgm:chMax val="0"/>
          <dgm:chPref val="0"/>
        </dgm:presLayoutVars>
      </dgm:prSet>
      <dgm:spPr/>
    </dgm:pt>
    <dgm:pt modelId="{A8212FC5-0410-46D6-B178-3606738F8083}" type="pres">
      <dgm:prSet presAssocID="{DAF61AB2-BC7E-4A98-A74D-AF1B648C5F53}" presName="sibTrans" presStyleCnt="0"/>
      <dgm:spPr/>
    </dgm:pt>
    <dgm:pt modelId="{032C0FBE-0C1F-43B0-9266-384B091C9E16}" type="pres">
      <dgm:prSet presAssocID="{AEB021E4-7FBF-4FCC-9EF5-E8B6367A986C}" presName="compNode" presStyleCnt="0"/>
      <dgm:spPr/>
    </dgm:pt>
    <dgm:pt modelId="{7F4581BC-2FEA-4715-BA6B-855685CA4CDC}" type="pres">
      <dgm:prSet presAssocID="{AEB021E4-7FBF-4FCC-9EF5-E8B6367A986C}" presName="bgRect" presStyleLbl="bgShp" presStyleIdx="3" presStyleCnt="4"/>
      <dgm:spPr/>
    </dgm:pt>
    <dgm:pt modelId="{C00BA8C7-43DC-4D8C-8C61-1D26BFA7B36A}" type="pres">
      <dgm:prSet presAssocID="{AEB021E4-7FBF-4FCC-9EF5-E8B6367A986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0DB2E435-651C-4FBC-9231-68B5CFA98590}" type="pres">
      <dgm:prSet presAssocID="{AEB021E4-7FBF-4FCC-9EF5-E8B6367A986C}" presName="spaceRect" presStyleCnt="0"/>
      <dgm:spPr/>
    </dgm:pt>
    <dgm:pt modelId="{55D7FA48-F1CA-4348-90E8-C91004B533CD}" type="pres">
      <dgm:prSet presAssocID="{AEB021E4-7FBF-4FCC-9EF5-E8B6367A986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864FB22-6E31-4046-8374-622A24BBCCD4}" srcId="{6BF5A61B-8958-4946-929D-F13CA15E86EC}" destId="{92BCF6AA-EA4E-49A2-B326-322BDF14D7FC}" srcOrd="0" destOrd="0" parTransId="{BF2F0702-13DA-4648-BA48-A9D7F252B152}" sibTransId="{FEA68154-C1F6-41EC-8367-8A1B9FF70953}"/>
    <dgm:cxn modelId="{61AF575D-CFC2-4DBD-A93A-724EAFEEA507}" srcId="{6BF5A61B-8958-4946-929D-F13CA15E86EC}" destId="{4EE1C97C-47B4-44CB-92B9-A81BEF331544}" srcOrd="2" destOrd="0" parTransId="{BE025294-89EA-4397-A3D3-56F78741FB8B}" sibTransId="{DAF61AB2-BC7E-4A98-A74D-AF1B648C5F53}"/>
    <dgm:cxn modelId="{8E1F6C5F-DD11-42FA-8637-51B5A2515083}" type="presOf" srcId="{4EE1C97C-47B4-44CB-92B9-A81BEF331544}" destId="{123123CF-4B5C-47F4-B815-7C8EEF839806}" srcOrd="0" destOrd="0" presId="urn:microsoft.com/office/officeart/2018/2/layout/IconVerticalSolidList"/>
    <dgm:cxn modelId="{FB50B090-CE77-4413-B5A3-C0944891454D}" type="presOf" srcId="{92BCF6AA-EA4E-49A2-B326-322BDF14D7FC}" destId="{8AF6A01D-BE24-4E2A-A088-C5E3A2B24215}" srcOrd="0" destOrd="0" presId="urn:microsoft.com/office/officeart/2018/2/layout/IconVerticalSolidList"/>
    <dgm:cxn modelId="{FBF659AD-DA7E-4B44-BB33-323E6AC5C1FA}" type="presOf" srcId="{162C5490-539F-4949-BA66-E36B1EF4DC5C}" destId="{B7AD9E46-C744-482D-B830-D4E993E57DB9}" srcOrd="0" destOrd="0" presId="urn:microsoft.com/office/officeart/2018/2/layout/IconVerticalSolidList"/>
    <dgm:cxn modelId="{F23083C3-5479-4BB8-A034-FBF30BB20057}" srcId="{6BF5A61B-8958-4946-929D-F13CA15E86EC}" destId="{162C5490-539F-4949-BA66-E36B1EF4DC5C}" srcOrd="1" destOrd="0" parTransId="{173A09BF-EFAD-4024-9919-C3EA84D59E98}" sibTransId="{49F190EF-F502-49C7-A4F1-69020690192E}"/>
    <dgm:cxn modelId="{96D34FC8-E4AA-4F50-9D21-E8E7D5835FDB}" srcId="{6BF5A61B-8958-4946-929D-F13CA15E86EC}" destId="{AEB021E4-7FBF-4FCC-9EF5-E8B6367A986C}" srcOrd="3" destOrd="0" parTransId="{B2AD4B2D-EAF4-4552-B7E8-98B7BE49CFB5}" sibTransId="{2EC13F0B-3E67-427C-A82E-A35816DCA6BB}"/>
    <dgm:cxn modelId="{59ED36ED-F82A-4ACD-B1F2-4A83F257E2DA}" type="presOf" srcId="{AEB021E4-7FBF-4FCC-9EF5-E8B6367A986C}" destId="{55D7FA48-F1CA-4348-90E8-C91004B533CD}" srcOrd="0" destOrd="0" presId="urn:microsoft.com/office/officeart/2018/2/layout/IconVerticalSolidList"/>
    <dgm:cxn modelId="{C99587F9-14E9-470E-A0AF-1F08348E3E93}" type="presOf" srcId="{6BF5A61B-8958-4946-929D-F13CA15E86EC}" destId="{C7583844-D401-4D40-B72C-60359FBEE3F3}" srcOrd="0" destOrd="0" presId="urn:microsoft.com/office/officeart/2018/2/layout/IconVerticalSolidList"/>
    <dgm:cxn modelId="{C0A1F042-4030-4891-9501-756C40C5425F}" type="presParOf" srcId="{C7583844-D401-4D40-B72C-60359FBEE3F3}" destId="{696CEA60-E884-4387-A617-452F0F64D02E}" srcOrd="0" destOrd="0" presId="urn:microsoft.com/office/officeart/2018/2/layout/IconVerticalSolidList"/>
    <dgm:cxn modelId="{C2061211-68AB-4ADB-9823-E689587E7A88}" type="presParOf" srcId="{696CEA60-E884-4387-A617-452F0F64D02E}" destId="{0B4E88E1-829B-4991-8202-0395E71CE058}" srcOrd="0" destOrd="0" presId="urn:microsoft.com/office/officeart/2018/2/layout/IconVerticalSolidList"/>
    <dgm:cxn modelId="{9C3154AE-EEF6-4587-A4DA-2E6CB56486BD}" type="presParOf" srcId="{696CEA60-E884-4387-A617-452F0F64D02E}" destId="{32FB5216-C204-4F31-9200-409F496F21A5}" srcOrd="1" destOrd="0" presId="urn:microsoft.com/office/officeart/2018/2/layout/IconVerticalSolidList"/>
    <dgm:cxn modelId="{D1A0F762-D746-4115-BC36-045DC3157C1D}" type="presParOf" srcId="{696CEA60-E884-4387-A617-452F0F64D02E}" destId="{6B6383BA-0589-4BDC-94BF-C5CB927DF1D7}" srcOrd="2" destOrd="0" presId="urn:microsoft.com/office/officeart/2018/2/layout/IconVerticalSolidList"/>
    <dgm:cxn modelId="{A28B877B-0D07-4C83-929F-9E862AB3EF13}" type="presParOf" srcId="{696CEA60-E884-4387-A617-452F0F64D02E}" destId="{8AF6A01D-BE24-4E2A-A088-C5E3A2B24215}" srcOrd="3" destOrd="0" presId="urn:microsoft.com/office/officeart/2018/2/layout/IconVerticalSolidList"/>
    <dgm:cxn modelId="{4B231E43-C3FA-4843-B438-F9D4B15EF744}" type="presParOf" srcId="{C7583844-D401-4D40-B72C-60359FBEE3F3}" destId="{9E70DF34-0487-4472-A58E-4216101322B4}" srcOrd="1" destOrd="0" presId="urn:microsoft.com/office/officeart/2018/2/layout/IconVerticalSolidList"/>
    <dgm:cxn modelId="{58862801-D2E1-45AE-B0AE-9216DA67CB57}" type="presParOf" srcId="{C7583844-D401-4D40-B72C-60359FBEE3F3}" destId="{1B2D968F-48CA-4D86-A482-03CB5B4E02CF}" srcOrd="2" destOrd="0" presId="urn:microsoft.com/office/officeart/2018/2/layout/IconVerticalSolidList"/>
    <dgm:cxn modelId="{8CC188C2-D28B-47C5-B635-D094ACBCEE6B}" type="presParOf" srcId="{1B2D968F-48CA-4D86-A482-03CB5B4E02CF}" destId="{683A66BD-C6F1-44B0-B1DB-F031CB58EA81}" srcOrd="0" destOrd="0" presId="urn:microsoft.com/office/officeart/2018/2/layout/IconVerticalSolidList"/>
    <dgm:cxn modelId="{D0342837-4E12-4FBC-8C15-2507DFEFE1BB}" type="presParOf" srcId="{1B2D968F-48CA-4D86-A482-03CB5B4E02CF}" destId="{392BA62A-C62B-4A18-AE65-4D5813C05785}" srcOrd="1" destOrd="0" presId="urn:microsoft.com/office/officeart/2018/2/layout/IconVerticalSolidList"/>
    <dgm:cxn modelId="{A496375F-04E6-44A2-9BEF-B1244847DCA4}" type="presParOf" srcId="{1B2D968F-48CA-4D86-A482-03CB5B4E02CF}" destId="{22C5226D-F724-4955-8CCC-658E47FBECF4}" srcOrd="2" destOrd="0" presId="urn:microsoft.com/office/officeart/2018/2/layout/IconVerticalSolidList"/>
    <dgm:cxn modelId="{E1402CD0-508E-445F-B1F0-45DA5E564011}" type="presParOf" srcId="{1B2D968F-48CA-4D86-A482-03CB5B4E02CF}" destId="{B7AD9E46-C744-482D-B830-D4E993E57DB9}" srcOrd="3" destOrd="0" presId="urn:microsoft.com/office/officeart/2018/2/layout/IconVerticalSolidList"/>
    <dgm:cxn modelId="{85CABFCD-4B5C-4B06-B404-C135F892E286}" type="presParOf" srcId="{C7583844-D401-4D40-B72C-60359FBEE3F3}" destId="{B821417C-3736-4E54-82DA-EB9D5EAA93D7}" srcOrd="3" destOrd="0" presId="urn:microsoft.com/office/officeart/2018/2/layout/IconVerticalSolidList"/>
    <dgm:cxn modelId="{96B9BCD4-7F58-45BB-A19E-ADB91722DF91}" type="presParOf" srcId="{C7583844-D401-4D40-B72C-60359FBEE3F3}" destId="{B618D775-9D33-489A-88CA-A8715788D0F6}" srcOrd="4" destOrd="0" presId="urn:microsoft.com/office/officeart/2018/2/layout/IconVerticalSolidList"/>
    <dgm:cxn modelId="{95F06BF6-B1AE-4AB6-9E31-2BA799308D60}" type="presParOf" srcId="{B618D775-9D33-489A-88CA-A8715788D0F6}" destId="{06578AA7-12F3-430F-A583-9079E0CAC40C}" srcOrd="0" destOrd="0" presId="urn:microsoft.com/office/officeart/2018/2/layout/IconVerticalSolidList"/>
    <dgm:cxn modelId="{1F38DFEB-5329-4850-BABE-47B082E8F39F}" type="presParOf" srcId="{B618D775-9D33-489A-88CA-A8715788D0F6}" destId="{9399BA8C-5A57-4B64-AD22-986ABC1E810B}" srcOrd="1" destOrd="0" presId="urn:microsoft.com/office/officeart/2018/2/layout/IconVerticalSolidList"/>
    <dgm:cxn modelId="{52B6A1A6-83A2-4113-9DFF-EB9766A8B2A9}" type="presParOf" srcId="{B618D775-9D33-489A-88CA-A8715788D0F6}" destId="{EED598F9-74A8-440C-AD09-9C765F46B0AE}" srcOrd="2" destOrd="0" presId="urn:microsoft.com/office/officeart/2018/2/layout/IconVerticalSolidList"/>
    <dgm:cxn modelId="{6A41594F-10D7-4F72-A60C-064FE09F30A1}" type="presParOf" srcId="{B618D775-9D33-489A-88CA-A8715788D0F6}" destId="{123123CF-4B5C-47F4-B815-7C8EEF839806}" srcOrd="3" destOrd="0" presId="urn:microsoft.com/office/officeart/2018/2/layout/IconVerticalSolidList"/>
    <dgm:cxn modelId="{19CCD4B2-3376-43F0-88D3-35437B4659AE}" type="presParOf" srcId="{C7583844-D401-4D40-B72C-60359FBEE3F3}" destId="{A8212FC5-0410-46D6-B178-3606738F8083}" srcOrd="5" destOrd="0" presId="urn:microsoft.com/office/officeart/2018/2/layout/IconVerticalSolidList"/>
    <dgm:cxn modelId="{188D6B3B-3E0C-4357-8A7D-E6CFE8ED8A80}" type="presParOf" srcId="{C7583844-D401-4D40-B72C-60359FBEE3F3}" destId="{032C0FBE-0C1F-43B0-9266-384B091C9E16}" srcOrd="6" destOrd="0" presId="urn:microsoft.com/office/officeart/2018/2/layout/IconVerticalSolidList"/>
    <dgm:cxn modelId="{9945230F-3632-4319-B3E4-B82E69DE68AE}" type="presParOf" srcId="{032C0FBE-0C1F-43B0-9266-384B091C9E16}" destId="{7F4581BC-2FEA-4715-BA6B-855685CA4CDC}" srcOrd="0" destOrd="0" presId="urn:microsoft.com/office/officeart/2018/2/layout/IconVerticalSolidList"/>
    <dgm:cxn modelId="{A3C9F3F3-95B1-4632-810C-18DCB8300258}" type="presParOf" srcId="{032C0FBE-0C1F-43B0-9266-384B091C9E16}" destId="{C00BA8C7-43DC-4D8C-8C61-1D26BFA7B36A}" srcOrd="1" destOrd="0" presId="urn:microsoft.com/office/officeart/2018/2/layout/IconVerticalSolidList"/>
    <dgm:cxn modelId="{3C51E69B-1D27-49D4-89A4-57C925920F9D}" type="presParOf" srcId="{032C0FBE-0C1F-43B0-9266-384B091C9E16}" destId="{0DB2E435-651C-4FBC-9231-68B5CFA98590}" srcOrd="2" destOrd="0" presId="urn:microsoft.com/office/officeart/2018/2/layout/IconVerticalSolidList"/>
    <dgm:cxn modelId="{35EC120D-E0CB-4705-B81E-6E0CFA410729}" type="presParOf" srcId="{032C0FBE-0C1F-43B0-9266-384B091C9E16}" destId="{55D7FA48-F1CA-4348-90E8-C91004B533C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C2A791-BF0C-49DC-A483-8681E854DEE3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B09D12B-F0D6-46C1-8B37-336C6FBD27FC}">
      <dgm:prSet/>
      <dgm:spPr/>
      <dgm:t>
        <a:bodyPr/>
        <a:lstStyle/>
        <a:p>
          <a:r>
            <a:rPr lang="en-US" b="0" i="0"/>
            <a:t>Frontend: Streamlit (Real-time Async Chat)</a:t>
          </a:r>
          <a:endParaRPr lang="en-US"/>
        </a:p>
      </dgm:t>
    </dgm:pt>
    <dgm:pt modelId="{E6A293ED-47A2-4FDA-99F4-936E92950A77}" type="parTrans" cxnId="{9E15C3A7-B3E8-412B-89AB-A4264AFE68B1}">
      <dgm:prSet/>
      <dgm:spPr/>
      <dgm:t>
        <a:bodyPr/>
        <a:lstStyle/>
        <a:p>
          <a:endParaRPr lang="en-US"/>
        </a:p>
      </dgm:t>
    </dgm:pt>
    <dgm:pt modelId="{E2A75EF3-104E-4006-87DB-0350B0FBB979}" type="sibTrans" cxnId="{9E15C3A7-B3E8-412B-89AB-A4264AFE68B1}">
      <dgm:prSet/>
      <dgm:spPr/>
      <dgm:t>
        <a:bodyPr/>
        <a:lstStyle/>
        <a:p>
          <a:endParaRPr lang="en-US"/>
        </a:p>
      </dgm:t>
    </dgm:pt>
    <dgm:pt modelId="{E7B9AB5D-1114-4304-A3F7-A9D263D60FFE}">
      <dgm:prSet/>
      <dgm:spPr/>
      <dgm:t>
        <a:bodyPr/>
        <a:lstStyle/>
        <a:p>
          <a:r>
            <a:rPr lang="en-US" b="0" i="0"/>
            <a:t>Backend: Python 3.12 (FastAPI / AsyncIO)</a:t>
          </a:r>
          <a:endParaRPr lang="en-US"/>
        </a:p>
      </dgm:t>
    </dgm:pt>
    <dgm:pt modelId="{1D9354AF-2E9B-4BFA-9B51-A04BA2C59BA5}" type="parTrans" cxnId="{09DE17F2-D810-447A-878D-4917B6067287}">
      <dgm:prSet/>
      <dgm:spPr/>
      <dgm:t>
        <a:bodyPr/>
        <a:lstStyle/>
        <a:p>
          <a:endParaRPr lang="en-US"/>
        </a:p>
      </dgm:t>
    </dgm:pt>
    <dgm:pt modelId="{3688B309-E551-4B67-831A-300F470E7812}" type="sibTrans" cxnId="{09DE17F2-D810-447A-878D-4917B6067287}">
      <dgm:prSet/>
      <dgm:spPr/>
      <dgm:t>
        <a:bodyPr/>
        <a:lstStyle/>
        <a:p>
          <a:endParaRPr lang="en-US"/>
        </a:p>
      </dgm:t>
    </dgm:pt>
    <dgm:pt modelId="{E129E01E-76DB-49F8-8C11-D1CFC0A9946F}">
      <dgm:prSet/>
      <dgm:spPr/>
      <dgm:t>
        <a:bodyPr/>
        <a:lstStyle/>
        <a:p>
          <a:r>
            <a:rPr lang="en-US" b="0" i="0"/>
            <a:t>AI Orchestration: Backboard SDK (LLM Management)</a:t>
          </a:r>
          <a:endParaRPr lang="en-US"/>
        </a:p>
      </dgm:t>
    </dgm:pt>
    <dgm:pt modelId="{DB5EA808-6C4E-4727-8BC1-795752AF14A3}" type="parTrans" cxnId="{38CD272A-84BF-4C43-824C-C78DF0C856DF}">
      <dgm:prSet/>
      <dgm:spPr/>
      <dgm:t>
        <a:bodyPr/>
        <a:lstStyle/>
        <a:p>
          <a:endParaRPr lang="en-US"/>
        </a:p>
      </dgm:t>
    </dgm:pt>
    <dgm:pt modelId="{16F27228-3856-4362-96DF-03579200E9FF}" type="sibTrans" cxnId="{38CD272A-84BF-4C43-824C-C78DF0C856DF}">
      <dgm:prSet/>
      <dgm:spPr/>
      <dgm:t>
        <a:bodyPr/>
        <a:lstStyle/>
        <a:p>
          <a:endParaRPr lang="en-US"/>
        </a:p>
      </dgm:t>
    </dgm:pt>
    <dgm:pt modelId="{D8FFB4AF-E6AD-4B3B-9AF2-E52531323705}">
      <dgm:prSet/>
      <dgm:spPr/>
      <dgm:t>
        <a:bodyPr/>
        <a:lstStyle/>
        <a:p>
          <a:r>
            <a:rPr lang="en-US" b="0" i="0"/>
            <a:t>State: Custom MemoryManager &amp; NoteTaker pipelines</a:t>
          </a:r>
          <a:endParaRPr lang="en-US"/>
        </a:p>
      </dgm:t>
    </dgm:pt>
    <dgm:pt modelId="{4183CAAF-3B34-44F4-A3F7-A3ADA3E54F6A}" type="parTrans" cxnId="{55E13489-431B-4CD4-B189-698BB526EA1C}">
      <dgm:prSet/>
      <dgm:spPr/>
      <dgm:t>
        <a:bodyPr/>
        <a:lstStyle/>
        <a:p>
          <a:endParaRPr lang="en-US"/>
        </a:p>
      </dgm:t>
    </dgm:pt>
    <dgm:pt modelId="{2E9545F5-A03B-4BC3-A182-CB5D88862608}" type="sibTrans" cxnId="{55E13489-431B-4CD4-B189-698BB526EA1C}">
      <dgm:prSet/>
      <dgm:spPr/>
      <dgm:t>
        <a:bodyPr/>
        <a:lstStyle/>
        <a:p>
          <a:endParaRPr lang="en-US"/>
        </a:p>
      </dgm:t>
    </dgm:pt>
    <dgm:pt modelId="{EAED99BC-92AB-0F4A-8E3D-1B12F821BF11}" type="pres">
      <dgm:prSet presAssocID="{36C2A791-BF0C-49DC-A483-8681E854DEE3}" presName="outerComposite" presStyleCnt="0">
        <dgm:presLayoutVars>
          <dgm:chMax val="5"/>
          <dgm:dir/>
          <dgm:resizeHandles val="exact"/>
        </dgm:presLayoutVars>
      </dgm:prSet>
      <dgm:spPr/>
    </dgm:pt>
    <dgm:pt modelId="{ED13E6AD-0A9B-AE43-BAE1-E883E24797C5}" type="pres">
      <dgm:prSet presAssocID="{36C2A791-BF0C-49DC-A483-8681E854DEE3}" presName="dummyMaxCanvas" presStyleCnt="0">
        <dgm:presLayoutVars/>
      </dgm:prSet>
      <dgm:spPr/>
    </dgm:pt>
    <dgm:pt modelId="{58091198-6335-454A-8A40-921CFFECBA1D}" type="pres">
      <dgm:prSet presAssocID="{36C2A791-BF0C-49DC-A483-8681E854DEE3}" presName="FourNodes_1" presStyleLbl="node1" presStyleIdx="0" presStyleCnt="4">
        <dgm:presLayoutVars>
          <dgm:bulletEnabled val="1"/>
        </dgm:presLayoutVars>
      </dgm:prSet>
      <dgm:spPr/>
    </dgm:pt>
    <dgm:pt modelId="{024A5D38-1099-4747-B73A-9553531B2376}" type="pres">
      <dgm:prSet presAssocID="{36C2A791-BF0C-49DC-A483-8681E854DEE3}" presName="FourNodes_2" presStyleLbl="node1" presStyleIdx="1" presStyleCnt="4">
        <dgm:presLayoutVars>
          <dgm:bulletEnabled val="1"/>
        </dgm:presLayoutVars>
      </dgm:prSet>
      <dgm:spPr/>
    </dgm:pt>
    <dgm:pt modelId="{36B2F88C-BE11-4F4E-9C05-5D14FB4B6E94}" type="pres">
      <dgm:prSet presAssocID="{36C2A791-BF0C-49DC-A483-8681E854DEE3}" presName="FourNodes_3" presStyleLbl="node1" presStyleIdx="2" presStyleCnt="4">
        <dgm:presLayoutVars>
          <dgm:bulletEnabled val="1"/>
        </dgm:presLayoutVars>
      </dgm:prSet>
      <dgm:spPr/>
    </dgm:pt>
    <dgm:pt modelId="{8EC72989-5F55-E642-868B-97DC40C411B8}" type="pres">
      <dgm:prSet presAssocID="{36C2A791-BF0C-49DC-A483-8681E854DEE3}" presName="FourNodes_4" presStyleLbl="node1" presStyleIdx="3" presStyleCnt="4">
        <dgm:presLayoutVars>
          <dgm:bulletEnabled val="1"/>
        </dgm:presLayoutVars>
      </dgm:prSet>
      <dgm:spPr/>
    </dgm:pt>
    <dgm:pt modelId="{8763FFA9-DA18-B94C-AEAC-64F905EA1922}" type="pres">
      <dgm:prSet presAssocID="{36C2A791-BF0C-49DC-A483-8681E854DEE3}" presName="FourConn_1-2" presStyleLbl="fgAccFollowNode1" presStyleIdx="0" presStyleCnt="3">
        <dgm:presLayoutVars>
          <dgm:bulletEnabled val="1"/>
        </dgm:presLayoutVars>
      </dgm:prSet>
      <dgm:spPr/>
    </dgm:pt>
    <dgm:pt modelId="{FD67348D-9340-9941-A820-2CEE47CDBE40}" type="pres">
      <dgm:prSet presAssocID="{36C2A791-BF0C-49DC-A483-8681E854DEE3}" presName="FourConn_2-3" presStyleLbl="fgAccFollowNode1" presStyleIdx="1" presStyleCnt="3">
        <dgm:presLayoutVars>
          <dgm:bulletEnabled val="1"/>
        </dgm:presLayoutVars>
      </dgm:prSet>
      <dgm:spPr/>
    </dgm:pt>
    <dgm:pt modelId="{1AE4DC86-B8E0-E74B-8078-B0927019B491}" type="pres">
      <dgm:prSet presAssocID="{36C2A791-BF0C-49DC-A483-8681E854DEE3}" presName="FourConn_3-4" presStyleLbl="fgAccFollowNode1" presStyleIdx="2" presStyleCnt="3">
        <dgm:presLayoutVars>
          <dgm:bulletEnabled val="1"/>
        </dgm:presLayoutVars>
      </dgm:prSet>
      <dgm:spPr/>
    </dgm:pt>
    <dgm:pt modelId="{25D2562B-ACD8-B84D-88CE-D4406EF076F5}" type="pres">
      <dgm:prSet presAssocID="{36C2A791-BF0C-49DC-A483-8681E854DEE3}" presName="FourNodes_1_text" presStyleLbl="node1" presStyleIdx="3" presStyleCnt="4">
        <dgm:presLayoutVars>
          <dgm:bulletEnabled val="1"/>
        </dgm:presLayoutVars>
      </dgm:prSet>
      <dgm:spPr/>
    </dgm:pt>
    <dgm:pt modelId="{5DCE5F0E-C881-1542-A654-D4196C7E1974}" type="pres">
      <dgm:prSet presAssocID="{36C2A791-BF0C-49DC-A483-8681E854DEE3}" presName="FourNodes_2_text" presStyleLbl="node1" presStyleIdx="3" presStyleCnt="4">
        <dgm:presLayoutVars>
          <dgm:bulletEnabled val="1"/>
        </dgm:presLayoutVars>
      </dgm:prSet>
      <dgm:spPr/>
    </dgm:pt>
    <dgm:pt modelId="{429BBDBB-0B6B-994B-B32A-D5030B476979}" type="pres">
      <dgm:prSet presAssocID="{36C2A791-BF0C-49DC-A483-8681E854DEE3}" presName="FourNodes_3_text" presStyleLbl="node1" presStyleIdx="3" presStyleCnt="4">
        <dgm:presLayoutVars>
          <dgm:bulletEnabled val="1"/>
        </dgm:presLayoutVars>
      </dgm:prSet>
      <dgm:spPr/>
    </dgm:pt>
    <dgm:pt modelId="{561EBB08-CA19-C94F-B288-7FBB3BDFFDF3}" type="pres">
      <dgm:prSet presAssocID="{36C2A791-BF0C-49DC-A483-8681E854DEE3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2783712-483C-5046-B228-02EB3F45EAB8}" type="presOf" srcId="{D8FFB4AF-E6AD-4B3B-9AF2-E52531323705}" destId="{8EC72989-5F55-E642-868B-97DC40C411B8}" srcOrd="0" destOrd="0" presId="urn:microsoft.com/office/officeart/2005/8/layout/vProcess5"/>
    <dgm:cxn modelId="{38CD272A-84BF-4C43-824C-C78DF0C856DF}" srcId="{36C2A791-BF0C-49DC-A483-8681E854DEE3}" destId="{E129E01E-76DB-49F8-8C11-D1CFC0A9946F}" srcOrd="2" destOrd="0" parTransId="{DB5EA808-6C4E-4727-8BC1-795752AF14A3}" sibTransId="{16F27228-3856-4362-96DF-03579200E9FF}"/>
    <dgm:cxn modelId="{EC8C762C-A24A-2D41-B823-3355E4AF9A22}" type="presOf" srcId="{E2A75EF3-104E-4006-87DB-0350B0FBB979}" destId="{8763FFA9-DA18-B94C-AEAC-64F905EA1922}" srcOrd="0" destOrd="0" presId="urn:microsoft.com/office/officeart/2005/8/layout/vProcess5"/>
    <dgm:cxn modelId="{A560EF37-4A59-5D44-BBA0-DDAB13E0BC58}" type="presOf" srcId="{E129E01E-76DB-49F8-8C11-D1CFC0A9946F}" destId="{36B2F88C-BE11-4F4E-9C05-5D14FB4B6E94}" srcOrd="0" destOrd="0" presId="urn:microsoft.com/office/officeart/2005/8/layout/vProcess5"/>
    <dgm:cxn modelId="{2046455E-871D-C14F-BE6D-05EA7353968F}" type="presOf" srcId="{36C2A791-BF0C-49DC-A483-8681E854DEE3}" destId="{EAED99BC-92AB-0F4A-8E3D-1B12F821BF11}" srcOrd="0" destOrd="0" presId="urn:microsoft.com/office/officeart/2005/8/layout/vProcess5"/>
    <dgm:cxn modelId="{21E5225F-ED0B-2440-AD07-4DC1932734A4}" type="presOf" srcId="{E7B9AB5D-1114-4304-A3F7-A9D263D60FFE}" destId="{024A5D38-1099-4747-B73A-9553531B2376}" srcOrd="0" destOrd="0" presId="urn:microsoft.com/office/officeart/2005/8/layout/vProcess5"/>
    <dgm:cxn modelId="{55E13489-431B-4CD4-B189-698BB526EA1C}" srcId="{36C2A791-BF0C-49DC-A483-8681E854DEE3}" destId="{D8FFB4AF-E6AD-4B3B-9AF2-E52531323705}" srcOrd="3" destOrd="0" parTransId="{4183CAAF-3B34-44F4-A3F7-A3ADA3E54F6A}" sibTransId="{2E9545F5-A03B-4BC3-A182-CB5D88862608}"/>
    <dgm:cxn modelId="{C84D5990-D842-9144-9E2E-4D6404E2EF14}" type="presOf" srcId="{8B09D12B-F0D6-46C1-8B37-336C6FBD27FC}" destId="{58091198-6335-454A-8A40-921CFFECBA1D}" srcOrd="0" destOrd="0" presId="urn:microsoft.com/office/officeart/2005/8/layout/vProcess5"/>
    <dgm:cxn modelId="{293C5992-5B7D-8E41-82B3-E2F958F4D0B5}" type="presOf" srcId="{8B09D12B-F0D6-46C1-8B37-336C6FBD27FC}" destId="{25D2562B-ACD8-B84D-88CE-D4406EF076F5}" srcOrd="1" destOrd="0" presId="urn:microsoft.com/office/officeart/2005/8/layout/vProcess5"/>
    <dgm:cxn modelId="{9E15C3A7-B3E8-412B-89AB-A4264AFE68B1}" srcId="{36C2A791-BF0C-49DC-A483-8681E854DEE3}" destId="{8B09D12B-F0D6-46C1-8B37-336C6FBD27FC}" srcOrd="0" destOrd="0" parTransId="{E6A293ED-47A2-4FDA-99F4-936E92950A77}" sibTransId="{E2A75EF3-104E-4006-87DB-0350B0FBB979}"/>
    <dgm:cxn modelId="{CAC7A3AE-415F-254B-8023-2DEF842527D3}" type="presOf" srcId="{3688B309-E551-4B67-831A-300F470E7812}" destId="{FD67348D-9340-9941-A820-2CEE47CDBE40}" srcOrd="0" destOrd="0" presId="urn:microsoft.com/office/officeart/2005/8/layout/vProcess5"/>
    <dgm:cxn modelId="{7B2E36B0-3EDD-5E48-BD2E-2EFBA7D01FD5}" type="presOf" srcId="{D8FFB4AF-E6AD-4B3B-9AF2-E52531323705}" destId="{561EBB08-CA19-C94F-B288-7FBB3BDFFDF3}" srcOrd="1" destOrd="0" presId="urn:microsoft.com/office/officeart/2005/8/layout/vProcess5"/>
    <dgm:cxn modelId="{B5965BCC-C710-B343-A833-7EE8AA843ADB}" type="presOf" srcId="{E7B9AB5D-1114-4304-A3F7-A9D263D60FFE}" destId="{5DCE5F0E-C881-1542-A654-D4196C7E1974}" srcOrd="1" destOrd="0" presId="urn:microsoft.com/office/officeart/2005/8/layout/vProcess5"/>
    <dgm:cxn modelId="{D02892EC-9456-F648-B00C-C661309DA478}" type="presOf" srcId="{E129E01E-76DB-49F8-8C11-D1CFC0A9946F}" destId="{429BBDBB-0B6B-994B-B32A-D5030B476979}" srcOrd="1" destOrd="0" presId="urn:microsoft.com/office/officeart/2005/8/layout/vProcess5"/>
    <dgm:cxn modelId="{09DE17F2-D810-447A-878D-4917B6067287}" srcId="{36C2A791-BF0C-49DC-A483-8681E854DEE3}" destId="{E7B9AB5D-1114-4304-A3F7-A9D263D60FFE}" srcOrd="1" destOrd="0" parTransId="{1D9354AF-2E9B-4BFA-9B51-A04BA2C59BA5}" sibTransId="{3688B309-E551-4B67-831A-300F470E7812}"/>
    <dgm:cxn modelId="{F683C7FA-EB00-9B46-BBC0-56A070EEE542}" type="presOf" srcId="{16F27228-3856-4362-96DF-03579200E9FF}" destId="{1AE4DC86-B8E0-E74B-8078-B0927019B491}" srcOrd="0" destOrd="0" presId="urn:microsoft.com/office/officeart/2005/8/layout/vProcess5"/>
    <dgm:cxn modelId="{26E31F4A-DF1F-024C-A638-66679A63656A}" type="presParOf" srcId="{EAED99BC-92AB-0F4A-8E3D-1B12F821BF11}" destId="{ED13E6AD-0A9B-AE43-BAE1-E883E24797C5}" srcOrd="0" destOrd="0" presId="urn:microsoft.com/office/officeart/2005/8/layout/vProcess5"/>
    <dgm:cxn modelId="{CC7E81C0-1092-404B-B24E-26177C849692}" type="presParOf" srcId="{EAED99BC-92AB-0F4A-8E3D-1B12F821BF11}" destId="{58091198-6335-454A-8A40-921CFFECBA1D}" srcOrd="1" destOrd="0" presId="urn:microsoft.com/office/officeart/2005/8/layout/vProcess5"/>
    <dgm:cxn modelId="{69913C06-BDD6-2544-B07B-CC45B4B40B4D}" type="presParOf" srcId="{EAED99BC-92AB-0F4A-8E3D-1B12F821BF11}" destId="{024A5D38-1099-4747-B73A-9553531B2376}" srcOrd="2" destOrd="0" presId="urn:microsoft.com/office/officeart/2005/8/layout/vProcess5"/>
    <dgm:cxn modelId="{D61F2FE3-25DF-D941-B019-0FF1A37C02B2}" type="presParOf" srcId="{EAED99BC-92AB-0F4A-8E3D-1B12F821BF11}" destId="{36B2F88C-BE11-4F4E-9C05-5D14FB4B6E94}" srcOrd="3" destOrd="0" presId="urn:microsoft.com/office/officeart/2005/8/layout/vProcess5"/>
    <dgm:cxn modelId="{802EEF26-98E8-5348-BC7D-43615B236885}" type="presParOf" srcId="{EAED99BC-92AB-0F4A-8E3D-1B12F821BF11}" destId="{8EC72989-5F55-E642-868B-97DC40C411B8}" srcOrd="4" destOrd="0" presId="urn:microsoft.com/office/officeart/2005/8/layout/vProcess5"/>
    <dgm:cxn modelId="{7F618428-AB72-F744-9C99-47D72AB60554}" type="presParOf" srcId="{EAED99BC-92AB-0F4A-8E3D-1B12F821BF11}" destId="{8763FFA9-DA18-B94C-AEAC-64F905EA1922}" srcOrd="5" destOrd="0" presId="urn:microsoft.com/office/officeart/2005/8/layout/vProcess5"/>
    <dgm:cxn modelId="{EA71AAE1-3357-CD41-A1BD-36E8F13A6DF7}" type="presParOf" srcId="{EAED99BC-92AB-0F4A-8E3D-1B12F821BF11}" destId="{FD67348D-9340-9941-A820-2CEE47CDBE40}" srcOrd="6" destOrd="0" presId="urn:microsoft.com/office/officeart/2005/8/layout/vProcess5"/>
    <dgm:cxn modelId="{CC25D445-01E0-EB4F-A756-B910AB5D7328}" type="presParOf" srcId="{EAED99BC-92AB-0F4A-8E3D-1B12F821BF11}" destId="{1AE4DC86-B8E0-E74B-8078-B0927019B491}" srcOrd="7" destOrd="0" presId="urn:microsoft.com/office/officeart/2005/8/layout/vProcess5"/>
    <dgm:cxn modelId="{D99EA7FF-7297-3E48-A907-A74226AB09C1}" type="presParOf" srcId="{EAED99BC-92AB-0F4A-8E3D-1B12F821BF11}" destId="{25D2562B-ACD8-B84D-88CE-D4406EF076F5}" srcOrd="8" destOrd="0" presId="urn:microsoft.com/office/officeart/2005/8/layout/vProcess5"/>
    <dgm:cxn modelId="{755DEB98-15FB-D244-8A73-50D131F7E0EA}" type="presParOf" srcId="{EAED99BC-92AB-0F4A-8E3D-1B12F821BF11}" destId="{5DCE5F0E-C881-1542-A654-D4196C7E1974}" srcOrd="9" destOrd="0" presId="urn:microsoft.com/office/officeart/2005/8/layout/vProcess5"/>
    <dgm:cxn modelId="{AB7D7059-20AD-A54D-BB3F-E5507BD1B14F}" type="presParOf" srcId="{EAED99BC-92AB-0F4A-8E3D-1B12F821BF11}" destId="{429BBDBB-0B6B-994B-B32A-D5030B476979}" srcOrd="10" destOrd="0" presId="urn:microsoft.com/office/officeart/2005/8/layout/vProcess5"/>
    <dgm:cxn modelId="{37E2006F-F4AD-8A47-9C22-2106F51D7045}" type="presParOf" srcId="{EAED99BC-92AB-0F4A-8E3D-1B12F821BF11}" destId="{561EBB08-CA19-C94F-B288-7FBB3BDFFDF3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F5A033-9ABC-47F8-843C-4328958E874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8FA1A0-5AB3-43BE-81FE-B42B3BBC5024}">
      <dgm:prSet/>
      <dgm:spPr/>
      <dgm:t>
        <a:bodyPr/>
        <a:lstStyle/>
        <a:p>
          <a:r>
            <a:rPr lang="en-US" b="0" i="0"/>
            <a:t>🧠 Context-Aware Memory: Remembers answers to ask smart follow-ups.</a:t>
          </a:r>
          <a:endParaRPr lang="en-US"/>
        </a:p>
      </dgm:t>
    </dgm:pt>
    <dgm:pt modelId="{110261C6-0926-40C5-88AE-47FBB4E94F6F}" type="parTrans" cxnId="{D79ACB78-1DC4-48D9-99F9-F1153E7F4AD7}">
      <dgm:prSet/>
      <dgm:spPr/>
      <dgm:t>
        <a:bodyPr/>
        <a:lstStyle/>
        <a:p>
          <a:endParaRPr lang="en-US"/>
        </a:p>
      </dgm:t>
    </dgm:pt>
    <dgm:pt modelId="{1B343FDA-4982-4883-A10E-FDE3E7E123DC}" type="sibTrans" cxnId="{D79ACB78-1DC4-48D9-99F9-F1153E7F4AD7}">
      <dgm:prSet/>
      <dgm:spPr/>
      <dgm:t>
        <a:bodyPr/>
        <a:lstStyle/>
        <a:p>
          <a:endParaRPr lang="en-US"/>
        </a:p>
      </dgm:t>
    </dgm:pt>
    <dgm:pt modelId="{D2EFC6DC-6BE4-4485-87B8-FAA16E2BD0EE}">
      <dgm:prSet/>
      <dgm:spPr/>
      <dgm:t>
        <a:bodyPr/>
        <a:lstStyle/>
        <a:p>
          <a:r>
            <a:rPr lang="en-US" b="0" i="0"/>
            <a:t>🛑 Semantic Termination Logic: Analyzes information density to decide when to quit.</a:t>
          </a:r>
          <a:endParaRPr lang="en-US"/>
        </a:p>
      </dgm:t>
    </dgm:pt>
    <dgm:pt modelId="{4A109844-AD89-4499-BB0B-907D1F79848C}" type="parTrans" cxnId="{9FD863B0-A207-4D26-9324-629521774B41}">
      <dgm:prSet/>
      <dgm:spPr/>
      <dgm:t>
        <a:bodyPr/>
        <a:lstStyle/>
        <a:p>
          <a:endParaRPr lang="en-US"/>
        </a:p>
      </dgm:t>
    </dgm:pt>
    <dgm:pt modelId="{E7FF7808-C2AE-48F1-90DD-769FE88A8357}" type="sibTrans" cxnId="{9FD863B0-A207-4D26-9324-629521774B41}">
      <dgm:prSet/>
      <dgm:spPr/>
      <dgm:t>
        <a:bodyPr/>
        <a:lstStyle/>
        <a:p>
          <a:endParaRPr lang="en-US"/>
        </a:p>
      </dgm:t>
    </dgm:pt>
    <dgm:pt modelId="{2BA50DEC-8895-4543-BEF5-4AAA2E3E6229}">
      <dgm:prSet/>
      <dgm:spPr/>
      <dgm:t>
        <a:bodyPr/>
        <a:lstStyle/>
        <a:p>
          <a:r>
            <a:rPr lang="en-US" b="0" i="0"/>
            <a:t>📋 Structured Output: JSON-based SOAP note generation.</a:t>
          </a:r>
          <a:endParaRPr lang="en-US"/>
        </a:p>
      </dgm:t>
    </dgm:pt>
    <dgm:pt modelId="{4C8EE364-4AAC-45A0-9436-BD98DD660992}" type="parTrans" cxnId="{B1A09C65-E1D1-431E-BBF8-7ADCBDA1E3C7}">
      <dgm:prSet/>
      <dgm:spPr/>
      <dgm:t>
        <a:bodyPr/>
        <a:lstStyle/>
        <a:p>
          <a:endParaRPr lang="en-US"/>
        </a:p>
      </dgm:t>
    </dgm:pt>
    <dgm:pt modelId="{F9FB403D-5618-44A9-9D20-7D1954771F15}" type="sibTrans" cxnId="{B1A09C65-E1D1-431E-BBF8-7ADCBDA1E3C7}">
      <dgm:prSet/>
      <dgm:spPr/>
      <dgm:t>
        <a:bodyPr/>
        <a:lstStyle/>
        <a:p>
          <a:endParaRPr lang="en-US"/>
        </a:p>
      </dgm:t>
    </dgm:pt>
    <dgm:pt modelId="{604A6F96-5A07-9443-9177-829078801334}" type="pres">
      <dgm:prSet presAssocID="{CBF5A033-9ABC-47F8-843C-4328958E874D}" presName="linear" presStyleCnt="0">
        <dgm:presLayoutVars>
          <dgm:animLvl val="lvl"/>
          <dgm:resizeHandles val="exact"/>
        </dgm:presLayoutVars>
      </dgm:prSet>
      <dgm:spPr/>
    </dgm:pt>
    <dgm:pt modelId="{3BBFF02A-FD88-3546-9841-16C899E6DD57}" type="pres">
      <dgm:prSet presAssocID="{598FA1A0-5AB3-43BE-81FE-B42B3BBC50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924CEB2-B94A-F84D-84E5-09BDC14B2C89}" type="pres">
      <dgm:prSet presAssocID="{1B343FDA-4982-4883-A10E-FDE3E7E123DC}" presName="spacer" presStyleCnt="0"/>
      <dgm:spPr/>
    </dgm:pt>
    <dgm:pt modelId="{A855EFAD-03A1-8C44-8ED4-EC8EEB82EDE8}" type="pres">
      <dgm:prSet presAssocID="{D2EFC6DC-6BE4-4485-87B8-FAA16E2BD0E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256F1D1-752A-B048-9CD6-422F0A7CFFA9}" type="pres">
      <dgm:prSet presAssocID="{E7FF7808-C2AE-48F1-90DD-769FE88A8357}" presName="spacer" presStyleCnt="0"/>
      <dgm:spPr/>
    </dgm:pt>
    <dgm:pt modelId="{46242640-5DF7-D94B-8CE7-CDCB576767A8}" type="pres">
      <dgm:prSet presAssocID="{2BA50DEC-8895-4543-BEF5-4AAA2E3E622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E4C0108-69C2-324A-8291-80A157D581A9}" type="presOf" srcId="{CBF5A033-9ABC-47F8-843C-4328958E874D}" destId="{604A6F96-5A07-9443-9177-829078801334}" srcOrd="0" destOrd="0" presId="urn:microsoft.com/office/officeart/2005/8/layout/vList2"/>
    <dgm:cxn modelId="{01CDCB35-940B-CA49-8A9E-CEFE911F73BB}" type="presOf" srcId="{598FA1A0-5AB3-43BE-81FE-B42B3BBC5024}" destId="{3BBFF02A-FD88-3546-9841-16C899E6DD57}" srcOrd="0" destOrd="0" presId="urn:microsoft.com/office/officeart/2005/8/layout/vList2"/>
    <dgm:cxn modelId="{BDA9774E-6351-484D-97CC-8D126A10C7BA}" type="presOf" srcId="{2BA50DEC-8895-4543-BEF5-4AAA2E3E6229}" destId="{46242640-5DF7-D94B-8CE7-CDCB576767A8}" srcOrd="0" destOrd="0" presId="urn:microsoft.com/office/officeart/2005/8/layout/vList2"/>
    <dgm:cxn modelId="{B1A09C65-E1D1-431E-BBF8-7ADCBDA1E3C7}" srcId="{CBF5A033-9ABC-47F8-843C-4328958E874D}" destId="{2BA50DEC-8895-4543-BEF5-4AAA2E3E6229}" srcOrd="2" destOrd="0" parTransId="{4C8EE364-4AAC-45A0-9436-BD98DD660992}" sibTransId="{F9FB403D-5618-44A9-9D20-7D1954771F15}"/>
    <dgm:cxn modelId="{D79ACB78-1DC4-48D9-99F9-F1153E7F4AD7}" srcId="{CBF5A033-9ABC-47F8-843C-4328958E874D}" destId="{598FA1A0-5AB3-43BE-81FE-B42B3BBC5024}" srcOrd="0" destOrd="0" parTransId="{110261C6-0926-40C5-88AE-47FBB4E94F6F}" sibTransId="{1B343FDA-4982-4883-A10E-FDE3E7E123DC}"/>
    <dgm:cxn modelId="{D401D295-D367-AA47-A58D-B71198FE930E}" type="presOf" srcId="{D2EFC6DC-6BE4-4485-87B8-FAA16E2BD0EE}" destId="{A855EFAD-03A1-8C44-8ED4-EC8EEB82EDE8}" srcOrd="0" destOrd="0" presId="urn:microsoft.com/office/officeart/2005/8/layout/vList2"/>
    <dgm:cxn modelId="{9FD863B0-A207-4D26-9324-629521774B41}" srcId="{CBF5A033-9ABC-47F8-843C-4328958E874D}" destId="{D2EFC6DC-6BE4-4485-87B8-FAA16E2BD0EE}" srcOrd="1" destOrd="0" parTransId="{4A109844-AD89-4499-BB0B-907D1F79848C}" sibTransId="{E7FF7808-C2AE-48F1-90DD-769FE88A8357}"/>
    <dgm:cxn modelId="{F4391B1C-DCE7-E549-B267-F8EA0D154032}" type="presParOf" srcId="{604A6F96-5A07-9443-9177-829078801334}" destId="{3BBFF02A-FD88-3546-9841-16C899E6DD57}" srcOrd="0" destOrd="0" presId="urn:microsoft.com/office/officeart/2005/8/layout/vList2"/>
    <dgm:cxn modelId="{37200189-0CE2-E24B-AF0E-12560E70FB0A}" type="presParOf" srcId="{604A6F96-5A07-9443-9177-829078801334}" destId="{0924CEB2-B94A-F84D-84E5-09BDC14B2C89}" srcOrd="1" destOrd="0" presId="urn:microsoft.com/office/officeart/2005/8/layout/vList2"/>
    <dgm:cxn modelId="{E2C31481-E5F9-DA48-B659-B19E69806B3D}" type="presParOf" srcId="{604A6F96-5A07-9443-9177-829078801334}" destId="{A855EFAD-03A1-8C44-8ED4-EC8EEB82EDE8}" srcOrd="2" destOrd="0" presId="urn:microsoft.com/office/officeart/2005/8/layout/vList2"/>
    <dgm:cxn modelId="{F6E496F0-52F0-EC44-9E3F-C95F816436DE}" type="presParOf" srcId="{604A6F96-5A07-9443-9177-829078801334}" destId="{B256F1D1-752A-B048-9CD6-422F0A7CFFA9}" srcOrd="3" destOrd="0" presId="urn:microsoft.com/office/officeart/2005/8/layout/vList2"/>
    <dgm:cxn modelId="{B437FE0B-3DC1-BB4A-AAA2-BBAA93859778}" type="presParOf" srcId="{604A6F96-5A07-9443-9177-829078801334}" destId="{46242640-5DF7-D94B-8CE7-CDCB576767A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A27BCC-C2E2-4F47-B936-04D8D90C654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799E7E0-E9F9-4110-93C9-2867B650CA2E}">
      <dgm:prSet/>
      <dgm:spPr/>
      <dgm:t>
        <a:bodyPr/>
        <a:lstStyle/>
        <a:p>
          <a:r>
            <a:rPr lang="en-US" b="0" i="0"/>
            <a:t>1. Patient Interaction (Streamlit)</a:t>
          </a:r>
          <a:endParaRPr lang="en-US"/>
        </a:p>
      </dgm:t>
    </dgm:pt>
    <dgm:pt modelId="{987F3FD7-6FF4-4597-8F6B-F54A217BC763}" type="parTrans" cxnId="{76312BC5-0BD1-4C34-9142-F6E69C8B6AF0}">
      <dgm:prSet/>
      <dgm:spPr/>
      <dgm:t>
        <a:bodyPr/>
        <a:lstStyle/>
        <a:p>
          <a:endParaRPr lang="en-US"/>
        </a:p>
      </dgm:t>
    </dgm:pt>
    <dgm:pt modelId="{5542ED4D-B3B3-4CD4-B864-5C2867CC346B}" type="sibTrans" cxnId="{76312BC5-0BD1-4C34-9142-F6E69C8B6AF0}">
      <dgm:prSet/>
      <dgm:spPr/>
      <dgm:t>
        <a:bodyPr/>
        <a:lstStyle/>
        <a:p>
          <a:endParaRPr lang="en-US"/>
        </a:p>
      </dgm:t>
    </dgm:pt>
    <dgm:pt modelId="{0DA5FB64-FB6B-4C36-BEA6-29D65B2C1BF7}">
      <dgm:prSet/>
      <dgm:spPr/>
      <dgm:t>
        <a:bodyPr/>
        <a:lstStyle/>
        <a:p>
          <a:r>
            <a:rPr lang="en-US" b="0" i="0"/>
            <a:t>2. Dynamic Follow-up Questions</a:t>
          </a:r>
          <a:endParaRPr lang="en-US"/>
        </a:p>
      </dgm:t>
    </dgm:pt>
    <dgm:pt modelId="{48CA6DDC-7851-419E-AC40-BD146490B5DB}" type="parTrans" cxnId="{1F563E7C-79D4-4FFA-9B88-CC84A9D57548}">
      <dgm:prSet/>
      <dgm:spPr/>
      <dgm:t>
        <a:bodyPr/>
        <a:lstStyle/>
        <a:p>
          <a:endParaRPr lang="en-US"/>
        </a:p>
      </dgm:t>
    </dgm:pt>
    <dgm:pt modelId="{6D783E3A-E5B3-45B7-A9C1-002371FA5096}" type="sibTrans" cxnId="{1F563E7C-79D4-4FFA-9B88-CC84A9D57548}">
      <dgm:prSet/>
      <dgm:spPr/>
      <dgm:t>
        <a:bodyPr/>
        <a:lstStyle/>
        <a:p>
          <a:endParaRPr lang="en-US"/>
        </a:p>
      </dgm:t>
    </dgm:pt>
    <dgm:pt modelId="{00D214B1-EC45-4BAF-BFAC-9512CBA15320}">
      <dgm:prSet/>
      <dgm:spPr/>
      <dgm:t>
        <a:bodyPr/>
        <a:lstStyle/>
        <a:p>
          <a:r>
            <a:rPr lang="en-US" b="0" i="0"/>
            <a:t>3. Smart Termination</a:t>
          </a:r>
          <a:endParaRPr lang="en-US"/>
        </a:p>
      </dgm:t>
    </dgm:pt>
    <dgm:pt modelId="{192466A2-BBF8-4A71-8EA3-123AAD77A9C7}" type="parTrans" cxnId="{E9B7B879-17B0-4E5B-B762-B6AFDEB8BAD2}">
      <dgm:prSet/>
      <dgm:spPr/>
      <dgm:t>
        <a:bodyPr/>
        <a:lstStyle/>
        <a:p>
          <a:endParaRPr lang="en-US"/>
        </a:p>
      </dgm:t>
    </dgm:pt>
    <dgm:pt modelId="{E515AB05-C930-418A-8B2E-C4D07305860F}" type="sibTrans" cxnId="{E9B7B879-17B0-4E5B-B762-B6AFDEB8BAD2}">
      <dgm:prSet/>
      <dgm:spPr/>
      <dgm:t>
        <a:bodyPr/>
        <a:lstStyle/>
        <a:p>
          <a:endParaRPr lang="en-US"/>
        </a:p>
      </dgm:t>
    </dgm:pt>
    <dgm:pt modelId="{86C412F5-82C4-4701-A379-6E8F43FC72EA}">
      <dgm:prSet/>
      <dgm:spPr/>
      <dgm:t>
        <a:bodyPr/>
        <a:lstStyle/>
        <a:p>
          <a:r>
            <a:rPr lang="en-US" b="0" i="0"/>
            <a:t>4. The Result: Instant SOAP Note Generation</a:t>
          </a:r>
          <a:endParaRPr lang="en-US"/>
        </a:p>
      </dgm:t>
    </dgm:pt>
    <dgm:pt modelId="{1BE65522-3C86-4D7D-850B-207014811019}" type="parTrans" cxnId="{108E413E-FE1E-476E-A275-51C77D1A409F}">
      <dgm:prSet/>
      <dgm:spPr/>
      <dgm:t>
        <a:bodyPr/>
        <a:lstStyle/>
        <a:p>
          <a:endParaRPr lang="en-US"/>
        </a:p>
      </dgm:t>
    </dgm:pt>
    <dgm:pt modelId="{518ED92E-B798-40F0-A6EE-8206DCEBDBC0}" type="sibTrans" cxnId="{108E413E-FE1E-476E-A275-51C77D1A409F}">
      <dgm:prSet/>
      <dgm:spPr/>
      <dgm:t>
        <a:bodyPr/>
        <a:lstStyle/>
        <a:p>
          <a:endParaRPr lang="en-US"/>
        </a:p>
      </dgm:t>
    </dgm:pt>
    <dgm:pt modelId="{00612091-78F8-4496-9056-E48CF48B0FE2}" type="pres">
      <dgm:prSet presAssocID="{BDA27BCC-C2E2-4F47-B936-04D8D90C6541}" presName="root" presStyleCnt="0">
        <dgm:presLayoutVars>
          <dgm:dir/>
          <dgm:resizeHandles val="exact"/>
        </dgm:presLayoutVars>
      </dgm:prSet>
      <dgm:spPr/>
    </dgm:pt>
    <dgm:pt modelId="{7874D972-EF55-4267-84F9-3927B2FE31D7}" type="pres">
      <dgm:prSet presAssocID="{B799E7E0-E9F9-4110-93C9-2867B650CA2E}" presName="compNode" presStyleCnt="0"/>
      <dgm:spPr/>
    </dgm:pt>
    <dgm:pt modelId="{F8CA8B38-8794-4332-8332-753321B25FF8}" type="pres">
      <dgm:prSet presAssocID="{B799E7E0-E9F9-4110-93C9-2867B650CA2E}" presName="bgRect" presStyleLbl="bgShp" presStyleIdx="0" presStyleCnt="4"/>
      <dgm:spPr/>
    </dgm:pt>
    <dgm:pt modelId="{229F723F-DFDA-4ADC-A30C-4ABE4E8CFF1E}" type="pres">
      <dgm:prSet presAssocID="{B799E7E0-E9F9-4110-93C9-2867B650CA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0F1A6DE-F16B-4542-8431-A7B629959071}" type="pres">
      <dgm:prSet presAssocID="{B799E7E0-E9F9-4110-93C9-2867B650CA2E}" presName="spaceRect" presStyleCnt="0"/>
      <dgm:spPr/>
    </dgm:pt>
    <dgm:pt modelId="{0B9453E7-E8EC-4E84-BD2E-D7EA9C761289}" type="pres">
      <dgm:prSet presAssocID="{B799E7E0-E9F9-4110-93C9-2867B650CA2E}" presName="parTx" presStyleLbl="revTx" presStyleIdx="0" presStyleCnt="4">
        <dgm:presLayoutVars>
          <dgm:chMax val="0"/>
          <dgm:chPref val="0"/>
        </dgm:presLayoutVars>
      </dgm:prSet>
      <dgm:spPr/>
    </dgm:pt>
    <dgm:pt modelId="{A51E155E-F593-4041-9223-45F937BB4C97}" type="pres">
      <dgm:prSet presAssocID="{5542ED4D-B3B3-4CD4-B864-5C2867CC346B}" presName="sibTrans" presStyleCnt="0"/>
      <dgm:spPr/>
    </dgm:pt>
    <dgm:pt modelId="{0A39AF31-21BC-48F6-AAAD-0030D2CB5956}" type="pres">
      <dgm:prSet presAssocID="{0DA5FB64-FB6B-4C36-BEA6-29D65B2C1BF7}" presName="compNode" presStyleCnt="0"/>
      <dgm:spPr/>
    </dgm:pt>
    <dgm:pt modelId="{44159305-2C11-4316-87D4-8E65E4C9116F}" type="pres">
      <dgm:prSet presAssocID="{0DA5FB64-FB6B-4C36-BEA6-29D65B2C1BF7}" presName="bgRect" presStyleLbl="bgShp" presStyleIdx="1" presStyleCnt="4"/>
      <dgm:spPr/>
    </dgm:pt>
    <dgm:pt modelId="{B9B2B6CB-400B-4C7B-ADA4-FA60183FB2F7}" type="pres">
      <dgm:prSet presAssocID="{0DA5FB64-FB6B-4C36-BEA6-29D65B2C1B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A4D4C629-C7FB-4DC1-8268-436F0EF7893C}" type="pres">
      <dgm:prSet presAssocID="{0DA5FB64-FB6B-4C36-BEA6-29D65B2C1BF7}" presName="spaceRect" presStyleCnt="0"/>
      <dgm:spPr/>
    </dgm:pt>
    <dgm:pt modelId="{F679AD81-BEF9-436A-8F8E-3C41117FC880}" type="pres">
      <dgm:prSet presAssocID="{0DA5FB64-FB6B-4C36-BEA6-29D65B2C1BF7}" presName="parTx" presStyleLbl="revTx" presStyleIdx="1" presStyleCnt="4">
        <dgm:presLayoutVars>
          <dgm:chMax val="0"/>
          <dgm:chPref val="0"/>
        </dgm:presLayoutVars>
      </dgm:prSet>
      <dgm:spPr/>
    </dgm:pt>
    <dgm:pt modelId="{AA455209-83CD-456F-9936-B6302F50A51F}" type="pres">
      <dgm:prSet presAssocID="{6D783E3A-E5B3-45B7-A9C1-002371FA5096}" presName="sibTrans" presStyleCnt="0"/>
      <dgm:spPr/>
    </dgm:pt>
    <dgm:pt modelId="{3E854810-6A14-4B5D-A72C-538F60FC9AE1}" type="pres">
      <dgm:prSet presAssocID="{00D214B1-EC45-4BAF-BFAC-9512CBA15320}" presName="compNode" presStyleCnt="0"/>
      <dgm:spPr/>
    </dgm:pt>
    <dgm:pt modelId="{821439B8-CA8F-4DA9-80E6-A4611A6BE989}" type="pres">
      <dgm:prSet presAssocID="{00D214B1-EC45-4BAF-BFAC-9512CBA15320}" presName="bgRect" presStyleLbl="bgShp" presStyleIdx="2" presStyleCnt="4"/>
      <dgm:spPr/>
    </dgm:pt>
    <dgm:pt modelId="{BAB1B526-E34A-401B-A18F-EA6CACADC07C}" type="pres">
      <dgm:prSet presAssocID="{00D214B1-EC45-4BAF-BFAC-9512CBA1532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7FF5869-8A36-4C09-A3E5-AC9148716430}" type="pres">
      <dgm:prSet presAssocID="{00D214B1-EC45-4BAF-BFAC-9512CBA15320}" presName="spaceRect" presStyleCnt="0"/>
      <dgm:spPr/>
    </dgm:pt>
    <dgm:pt modelId="{975B7A1D-EE3F-4E8A-99C5-8E96E1AD4DAD}" type="pres">
      <dgm:prSet presAssocID="{00D214B1-EC45-4BAF-BFAC-9512CBA15320}" presName="parTx" presStyleLbl="revTx" presStyleIdx="2" presStyleCnt="4">
        <dgm:presLayoutVars>
          <dgm:chMax val="0"/>
          <dgm:chPref val="0"/>
        </dgm:presLayoutVars>
      </dgm:prSet>
      <dgm:spPr/>
    </dgm:pt>
    <dgm:pt modelId="{DB556AF0-ED73-4329-A752-821660CD4396}" type="pres">
      <dgm:prSet presAssocID="{E515AB05-C930-418A-8B2E-C4D07305860F}" presName="sibTrans" presStyleCnt="0"/>
      <dgm:spPr/>
    </dgm:pt>
    <dgm:pt modelId="{34306C2B-A48A-462D-8FED-CC06A5A9CEAC}" type="pres">
      <dgm:prSet presAssocID="{86C412F5-82C4-4701-A379-6E8F43FC72EA}" presName="compNode" presStyleCnt="0"/>
      <dgm:spPr/>
    </dgm:pt>
    <dgm:pt modelId="{EB6E851E-FC5A-427F-892A-99B8A313A601}" type="pres">
      <dgm:prSet presAssocID="{86C412F5-82C4-4701-A379-6E8F43FC72EA}" presName="bgRect" presStyleLbl="bgShp" presStyleIdx="3" presStyleCnt="4"/>
      <dgm:spPr/>
    </dgm:pt>
    <dgm:pt modelId="{524AADD8-8113-4389-8EFA-F4B5ECE17E07}" type="pres">
      <dgm:prSet presAssocID="{86C412F5-82C4-4701-A379-6E8F43FC72E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ap"/>
        </a:ext>
      </dgm:extLst>
    </dgm:pt>
    <dgm:pt modelId="{6139DAC5-853E-4DE8-BA00-FD471FF2B4E3}" type="pres">
      <dgm:prSet presAssocID="{86C412F5-82C4-4701-A379-6E8F43FC72EA}" presName="spaceRect" presStyleCnt="0"/>
      <dgm:spPr/>
    </dgm:pt>
    <dgm:pt modelId="{F1347366-567F-409B-9E9B-2DD02308EAA9}" type="pres">
      <dgm:prSet presAssocID="{86C412F5-82C4-4701-A379-6E8F43FC72E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4434A36-0175-4E8A-8609-B682FAC10FDD}" type="presOf" srcId="{0DA5FB64-FB6B-4C36-BEA6-29D65B2C1BF7}" destId="{F679AD81-BEF9-436A-8F8E-3C41117FC880}" srcOrd="0" destOrd="0" presId="urn:microsoft.com/office/officeart/2018/2/layout/IconVerticalSolidList"/>
    <dgm:cxn modelId="{108E413E-FE1E-476E-A275-51C77D1A409F}" srcId="{BDA27BCC-C2E2-4F47-B936-04D8D90C6541}" destId="{86C412F5-82C4-4701-A379-6E8F43FC72EA}" srcOrd="3" destOrd="0" parTransId="{1BE65522-3C86-4D7D-850B-207014811019}" sibTransId="{518ED92E-B798-40F0-A6EE-8206DCEBDBC0}"/>
    <dgm:cxn modelId="{E9B7B879-17B0-4E5B-B762-B6AFDEB8BAD2}" srcId="{BDA27BCC-C2E2-4F47-B936-04D8D90C6541}" destId="{00D214B1-EC45-4BAF-BFAC-9512CBA15320}" srcOrd="2" destOrd="0" parTransId="{192466A2-BBF8-4A71-8EA3-123AAD77A9C7}" sibTransId="{E515AB05-C930-418A-8B2E-C4D07305860F}"/>
    <dgm:cxn modelId="{1F563E7C-79D4-4FFA-9B88-CC84A9D57548}" srcId="{BDA27BCC-C2E2-4F47-B936-04D8D90C6541}" destId="{0DA5FB64-FB6B-4C36-BEA6-29D65B2C1BF7}" srcOrd="1" destOrd="0" parTransId="{48CA6DDC-7851-419E-AC40-BD146490B5DB}" sibTransId="{6D783E3A-E5B3-45B7-A9C1-002371FA5096}"/>
    <dgm:cxn modelId="{240E408A-B4B6-40A4-B528-5CAC538EC8B2}" type="presOf" srcId="{00D214B1-EC45-4BAF-BFAC-9512CBA15320}" destId="{975B7A1D-EE3F-4E8A-99C5-8E96E1AD4DAD}" srcOrd="0" destOrd="0" presId="urn:microsoft.com/office/officeart/2018/2/layout/IconVerticalSolidList"/>
    <dgm:cxn modelId="{2833D592-8A42-4A1B-BE06-583328504A51}" type="presOf" srcId="{BDA27BCC-C2E2-4F47-B936-04D8D90C6541}" destId="{00612091-78F8-4496-9056-E48CF48B0FE2}" srcOrd="0" destOrd="0" presId="urn:microsoft.com/office/officeart/2018/2/layout/IconVerticalSolidList"/>
    <dgm:cxn modelId="{1A95AD97-6A12-45D1-9AD8-819F57873406}" type="presOf" srcId="{86C412F5-82C4-4701-A379-6E8F43FC72EA}" destId="{F1347366-567F-409B-9E9B-2DD02308EAA9}" srcOrd="0" destOrd="0" presId="urn:microsoft.com/office/officeart/2018/2/layout/IconVerticalSolidList"/>
    <dgm:cxn modelId="{22F5E8B4-BC1E-4F95-9ABB-4A9649EBE60D}" type="presOf" srcId="{B799E7E0-E9F9-4110-93C9-2867B650CA2E}" destId="{0B9453E7-E8EC-4E84-BD2E-D7EA9C761289}" srcOrd="0" destOrd="0" presId="urn:microsoft.com/office/officeart/2018/2/layout/IconVerticalSolidList"/>
    <dgm:cxn modelId="{76312BC5-0BD1-4C34-9142-F6E69C8B6AF0}" srcId="{BDA27BCC-C2E2-4F47-B936-04D8D90C6541}" destId="{B799E7E0-E9F9-4110-93C9-2867B650CA2E}" srcOrd="0" destOrd="0" parTransId="{987F3FD7-6FF4-4597-8F6B-F54A217BC763}" sibTransId="{5542ED4D-B3B3-4CD4-B864-5C2867CC346B}"/>
    <dgm:cxn modelId="{D84B4159-4572-49C5-90AF-EB510AA48571}" type="presParOf" srcId="{00612091-78F8-4496-9056-E48CF48B0FE2}" destId="{7874D972-EF55-4267-84F9-3927B2FE31D7}" srcOrd="0" destOrd="0" presId="urn:microsoft.com/office/officeart/2018/2/layout/IconVerticalSolidList"/>
    <dgm:cxn modelId="{FED8DDA8-5FC8-4EFD-A4DD-5D3751635A7A}" type="presParOf" srcId="{7874D972-EF55-4267-84F9-3927B2FE31D7}" destId="{F8CA8B38-8794-4332-8332-753321B25FF8}" srcOrd="0" destOrd="0" presId="urn:microsoft.com/office/officeart/2018/2/layout/IconVerticalSolidList"/>
    <dgm:cxn modelId="{8B22FC17-A46F-471B-8294-689B68C20BD3}" type="presParOf" srcId="{7874D972-EF55-4267-84F9-3927B2FE31D7}" destId="{229F723F-DFDA-4ADC-A30C-4ABE4E8CFF1E}" srcOrd="1" destOrd="0" presId="urn:microsoft.com/office/officeart/2018/2/layout/IconVerticalSolidList"/>
    <dgm:cxn modelId="{D2BFAD12-E83F-45EA-8C82-B0919624B28F}" type="presParOf" srcId="{7874D972-EF55-4267-84F9-3927B2FE31D7}" destId="{40F1A6DE-F16B-4542-8431-A7B629959071}" srcOrd="2" destOrd="0" presId="urn:microsoft.com/office/officeart/2018/2/layout/IconVerticalSolidList"/>
    <dgm:cxn modelId="{9C1C1EDF-68F4-4CF4-89ED-603D72A64250}" type="presParOf" srcId="{7874D972-EF55-4267-84F9-3927B2FE31D7}" destId="{0B9453E7-E8EC-4E84-BD2E-D7EA9C761289}" srcOrd="3" destOrd="0" presId="urn:microsoft.com/office/officeart/2018/2/layout/IconVerticalSolidList"/>
    <dgm:cxn modelId="{B685A2E9-C35D-42C1-939D-C6CEB19603EE}" type="presParOf" srcId="{00612091-78F8-4496-9056-E48CF48B0FE2}" destId="{A51E155E-F593-4041-9223-45F937BB4C97}" srcOrd="1" destOrd="0" presId="urn:microsoft.com/office/officeart/2018/2/layout/IconVerticalSolidList"/>
    <dgm:cxn modelId="{A9309889-F2C8-4E33-8305-2CB2E9D2689B}" type="presParOf" srcId="{00612091-78F8-4496-9056-E48CF48B0FE2}" destId="{0A39AF31-21BC-48F6-AAAD-0030D2CB5956}" srcOrd="2" destOrd="0" presId="urn:microsoft.com/office/officeart/2018/2/layout/IconVerticalSolidList"/>
    <dgm:cxn modelId="{1A9693C2-86B3-481E-9AA2-C1CB18175028}" type="presParOf" srcId="{0A39AF31-21BC-48F6-AAAD-0030D2CB5956}" destId="{44159305-2C11-4316-87D4-8E65E4C9116F}" srcOrd="0" destOrd="0" presId="urn:microsoft.com/office/officeart/2018/2/layout/IconVerticalSolidList"/>
    <dgm:cxn modelId="{D1EB3B35-87E6-4A3A-8814-E4EA2B770783}" type="presParOf" srcId="{0A39AF31-21BC-48F6-AAAD-0030D2CB5956}" destId="{B9B2B6CB-400B-4C7B-ADA4-FA60183FB2F7}" srcOrd="1" destOrd="0" presId="urn:microsoft.com/office/officeart/2018/2/layout/IconVerticalSolidList"/>
    <dgm:cxn modelId="{131C5968-24A7-49A6-98F0-E7C343538D49}" type="presParOf" srcId="{0A39AF31-21BC-48F6-AAAD-0030D2CB5956}" destId="{A4D4C629-C7FB-4DC1-8268-436F0EF7893C}" srcOrd="2" destOrd="0" presId="urn:microsoft.com/office/officeart/2018/2/layout/IconVerticalSolidList"/>
    <dgm:cxn modelId="{90C56769-B75F-422B-916D-75AEE8D7DC1C}" type="presParOf" srcId="{0A39AF31-21BC-48F6-AAAD-0030D2CB5956}" destId="{F679AD81-BEF9-436A-8F8E-3C41117FC880}" srcOrd="3" destOrd="0" presId="urn:microsoft.com/office/officeart/2018/2/layout/IconVerticalSolidList"/>
    <dgm:cxn modelId="{25DC1600-3258-4FC2-AEB0-DE3072681207}" type="presParOf" srcId="{00612091-78F8-4496-9056-E48CF48B0FE2}" destId="{AA455209-83CD-456F-9936-B6302F50A51F}" srcOrd="3" destOrd="0" presId="urn:microsoft.com/office/officeart/2018/2/layout/IconVerticalSolidList"/>
    <dgm:cxn modelId="{CCED5640-829F-415B-A1DB-874C1C4B70FF}" type="presParOf" srcId="{00612091-78F8-4496-9056-E48CF48B0FE2}" destId="{3E854810-6A14-4B5D-A72C-538F60FC9AE1}" srcOrd="4" destOrd="0" presId="urn:microsoft.com/office/officeart/2018/2/layout/IconVerticalSolidList"/>
    <dgm:cxn modelId="{4E66A8DA-536F-4E74-A50C-BD182EBACCBC}" type="presParOf" srcId="{3E854810-6A14-4B5D-A72C-538F60FC9AE1}" destId="{821439B8-CA8F-4DA9-80E6-A4611A6BE989}" srcOrd="0" destOrd="0" presId="urn:microsoft.com/office/officeart/2018/2/layout/IconVerticalSolidList"/>
    <dgm:cxn modelId="{7515486E-FF48-43D5-BAC4-3922C8631909}" type="presParOf" srcId="{3E854810-6A14-4B5D-A72C-538F60FC9AE1}" destId="{BAB1B526-E34A-401B-A18F-EA6CACADC07C}" srcOrd="1" destOrd="0" presId="urn:microsoft.com/office/officeart/2018/2/layout/IconVerticalSolidList"/>
    <dgm:cxn modelId="{94933CAF-BFC8-4D18-9944-EFA5AC61B3E8}" type="presParOf" srcId="{3E854810-6A14-4B5D-A72C-538F60FC9AE1}" destId="{07FF5869-8A36-4C09-A3E5-AC9148716430}" srcOrd="2" destOrd="0" presId="urn:microsoft.com/office/officeart/2018/2/layout/IconVerticalSolidList"/>
    <dgm:cxn modelId="{C6E6E861-4686-4590-8E3D-A98A8535902B}" type="presParOf" srcId="{3E854810-6A14-4B5D-A72C-538F60FC9AE1}" destId="{975B7A1D-EE3F-4E8A-99C5-8E96E1AD4DAD}" srcOrd="3" destOrd="0" presId="urn:microsoft.com/office/officeart/2018/2/layout/IconVerticalSolidList"/>
    <dgm:cxn modelId="{8D92F78B-6D0B-48E3-B335-050844EA48F0}" type="presParOf" srcId="{00612091-78F8-4496-9056-E48CF48B0FE2}" destId="{DB556AF0-ED73-4329-A752-821660CD4396}" srcOrd="5" destOrd="0" presId="urn:microsoft.com/office/officeart/2018/2/layout/IconVerticalSolidList"/>
    <dgm:cxn modelId="{A1AED51F-B824-4450-87FC-841F0517800F}" type="presParOf" srcId="{00612091-78F8-4496-9056-E48CF48B0FE2}" destId="{34306C2B-A48A-462D-8FED-CC06A5A9CEAC}" srcOrd="6" destOrd="0" presId="urn:microsoft.com/office/officeart/2018/2/layout/IconVerticalSolidList"/>
    <dgm:cxn modelId="{4F355D90-1F89-4328-9309-BC8A519CB797}" type="presParOf" srcId="{34306C2B-A48A-462D-8FED-CC06A5A9CEAC}" destId="{EB6E851E-FC5A-427F-892A-99B8A313A601}" srcOrd="0" destOrd="0" presId="urn:microsoft.com/office/officeart/2018/2/layout/IconVerticalSolidList"/>
    <dgm:cxn modelId="{BCB44A70-2A7E-4422-AD6B-CFCB24AEBE96}" type="presParOf" srcId="{34306C2B-A48A-462D-8FED-CC06A5A9CEAC}" destId="{524AADD8-8113-4389-8EFA-F4B5ECE17E07}" srcOrd="1" destOrd="0" presId="urn:microsoft.com/office/officeart/2018/2/layout/IconVerticalSolidList"/>
    <dgm:cxn modelId="{F7D78CAE-4ED7-4BDE-AADA-DCAFBAEF1CBB}" type="presParOf" srcId="{34306C2B-A48A-462D-8FED-CC06A5A9CEAC}" destId="{6139DAC5-853E-4DE8-BA00-FD471FF2B4E3}" srcOrd="2" destOrd="0" presId="urn:microsoft.com/office/officeart/2018/2/layout/IconVerticalSolidList"/>
    <dgm:cxn modelId="{E3855ED7-3D7E-4175-8D47-D606584A4677}" type="presParOf" srcId="{34306C2B-A48A-462D-8FED-CC06A5A9CEAC}" destId="{F1347366-567F-409B-9E9B-2DD02308EA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E04FF-A6A7-4B27-87D8-FC26621E211E}">
      <dsp:nvSpPr>
        <dsp:cNvPr id="0" name=""/>
        <dsp:cNvSpPr/>
      </dsp:nvSpPr>
      <dsp:spPr>
        <a:xfrm>
          <a:off x="446018" y="496341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F5FB55-DFD2-492D-B5E1-951E8B4E8396}">
      <dsp:nvSpPr>
        <dsp:cNvPr id="0" name=""/>
        <dsp:cNvSpPr/>
      </dsp:nvSpPr>
      <dsp:spPr>
        <a:xfrm>
          <a:off x="723893" y="774216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9E24C-E80C-4B38-B8DC-CBB89E81EE11}">
      <dsp:nvSpPr>
        <dsp:cNvPr id="0" name=""/>
        <dsp:cNvSpPr/>
      </dsp:nvSpPr>
      <dsp:spPr>
        <a:xfrm>
          <a:off x="29205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The Bottleneck: Doctors spend 2 hours on data entry for every 1 hour of patient care.</a:t>
          </a:r>
          <a:endParaRPr lang="en-US" sz="1200" kern="1200"/>
        </a:p>
      </dsp:txBody>
      <dsp:txXfrm>
        <a:off x="29205" y="2206341"/>
        <a:ext cx="2137500" cy="720000"/>
      </dsp:txXfrm>
    </dsp:sp>
    <dsp:sp modelId="{D4C404E5-E515-447B-8409-E0A597559B7D}">
      <dsp:nvSpPr>
        <dsp:cNvPr id="0" name=""/>
        <dsp:cNvSpPr/>
      </dsp:nvSpPr>
      <dsp:spPr>
        <a:xfrm>
          <a:off x="2957581" y="496341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99CF11-4529-45FA-A0EF-917C27F4A4D8}">
      <dsp:nvSpPr>
        <dsp:cNvPr id="0" name=""/>
        <dsp:cNvSpPr/>
      </dsp:nvSpPr>
      <dsp:spPr>
        <a:xfrm>
          <a:off x="3235456" y="774216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3F1F3-3714-4829-9853-757F4DF8FA4B}">
      <dsp:nvSpPr>
        <dsp:cNvPr id="0" name=""/>
        <dsp:cNvSpPr/>
      </dsp:nvSpPr>
      <dsp:spPr>
        <a:xfrm>
          <a:off x="2540768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The Consequence: Burnout, shorter visits, and critical details lost.</a:t>
          </a:r>
          <a:endParaRPr lang="en-US" sz="1200" kern="1200"/>
        </a:p>
      </dsp:txBody>
      <dsp:txXfrm>
        <a:off x="2540768" y="2206341"/>
        <a:ext cx="2137500" cy="720000"/>
      </dsp:txXfrm>
    </dsp:sp>
    <dsp:sp modelId="{B49F2026-6351-46F4-B732-E06A5DA53BC9}">
      <dsp:nvSpPr>
        <dsp:cNvPr id="0" name=""/>
        <dsp:cNvSpPr/>
      </dsp:nvSpPr>
      <dsp:spPr>
        <a:xfrm>
          <a:off x="5469143" y="496341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E01580-062B-4D7C-8301-B5EAEBEDBEFD}">
      <dsp:nvSpPr>
        <dsp:cNvPr id="0" name=""/>
        <dsp:cNvSpPr/>
      </dsp:nvSpPr>
      <dsp:spPr>
        <a:xfrm>
          <a:off x="5747018" y="774216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19007-6CA4-4146-A67E-C63AB3C5786D}">
      <dsp:nvSpPr>
        <dsp:cNvPr id="0" name=""/>
        <dsp:cNvSpPr/>
      </dsp:nvSpPr>
      <dsp:spPr>
        <a:xfrm>
          <a:off x="5052331" y="2206341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/>
            <a:t>The Gap: Existing tools are just 'dictation' or require the doctor to be present.</a:t>
          </a:r>
          <a:endParaRPr lang="en-US" sz="1200" kern="1200"/>
        </a:p>
      </dsp:txBody>
      <dsp:txXfrm>
        <a:off x="5052331" y="2206341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4E88E1-829B-4991-8202-0395E71CE058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B5216-C204-4F31-9200-409F496F21A5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6A01D-BE24-4E2A-A088-C5E3A2B24215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What it is: An intelligent agent that interviews patients BEFORE they see the doctor.</a:t>
          </a:r>
          <a:endParaRPr lang="en-US" sz="1800" kern="1200"/>
        </a:p>
      </dsp:txBody>
      <dsp:txXfrm>
        <a:off x="1274714" y="2177"/>
        <a:ext cx="3518741" cy="1103648"/>
      </dsp:txXfrm>
    </dsp:sp>
    <dsp:sp modelId="{683A66BD-C6F1-44B0-B1DB-F031CB58EA81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BA62A-C62B-4A18-AE65-4D5813C05785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D9E46-C744-482D-B830-D4E993E57DB9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Dynamic Interview: Asks smart follow-up questions based on specific symptoms.</a:t>
          </a:r>
          <a:endParaRPr lang="en-US" sz="1800" kern="1200"/>
        </a:p>
      </dsp:txBody>
      <dsp:txXfrm>
        <a:off x="1274714" y="1381738"/>
        <a:ext cx="3518741" cy="1103648"/>
      </dsp:txXfrm>
    </dsp:sp>
    <dsp:sp modelId="{06578AA7-12F3-430F-A583-9079E0CAC40C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9BA8C-5A57-4B64-AD22-986ABC1E810B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3123CF-4B5C-47F4-B815-7C8EEF839806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Smart Termination: Detects when it has enough info to stop.</a:t>
          </a:r>
          <a:endParaRPr lang="en-US" sz="1800" kern="1200"/>
        </a:p>
      </dsp:txBody>
      <dsp:txXfrm>
        <a:off x="1274714" y="2761299"/>
        <a:ext cx="3518741" cy="1103648"/>
      </dsp:txXfrm>
    </dsp:sp>
    <dsp:sp modelId="{7F4581BC-2FEA-4715-BA6B-855685CA4CDC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0BA8C7-43DC-4D8C-8C61-1D26BFA7B36A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7FA48-F1CA-4348-90E8-C91004B533CD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Auto-SOAP: Generates structured clinical notes instantly.</a:t>
          </a:r>
          <a:endParaRPr lang="en-US" sz="1800" kern="1200"/>
        </a:p>
      </dsp:txBody>
      <dsp:txXfrm>
        <a:off x="1274714" y="4140860"/>
        <a:ext cx="3518741" cy="1103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091198-6335-454A-8A40-921CFFECBA1D}">
      <dsp:nvSpPr>
        <dsp:cNvPr id="0" name=""/>
        <dsp:cNvSpPr/>
      </dsp:nvSpPr>
      <dsp:spPr>
        <a:xfrm>
          <a:off x="0" y="0"/>
          <a:ext cx="5775229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Frontend: Streamlit (Real-time Async Chat)</a:t>
          </a:r>
          <a:endParaRPr lang="en-US" sz="1900" kern="1200"/>
        </a:p>
      </dsp:txBody>
      <dsp:txXfrm>
        <a:off x="22054" y="22054"/>
        <a:ext cx="4899067" cy="708882"/>
      </dsp:txXfrm>
    </dsp:sp>
    <dsp:sp modelId="{024A5D38-1099-4747-B73A-9553531B2376}">
      <dsp:nvSpPr>
        <dsp:cNvPr id="0" name=""/>
        <dsp:cNvSpPr/>
      </dsp:nvSpPr>
      <dsp:spPr>
        <a:xfrm>
          <a:off x="483675" y="889897"/>
          <a:ext cx="5775229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443578"/>
                <a:satOff val="2739"/>
                <a:lumOff val="-392"/>
                <a:alphaOff val="0"/>
                <a:tint val="98000"/>
                <a:lumMod val="114000"/>
              </a:schemeClr>
            </a:gs>
            <a:gs pos="100000">
              <a:schemeClr val="accent2">
                <a:hueOff val="-443578"/>
                <a:satOff val="2739"/>
                <a:lumOff val="-39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Backend: Python 3.12 (FastAPI / AsyncIO)</a:t>
          </a:r>
          <a:endParaRPr lang="en-US" sz="1900" kern="1200"/>
        </a:p>
      </dsp:txBody>
      <dsp:txXfrm>
        <a:off x="505729" y="911951"/>
        <a:ext cx="4758002" cy="708882"/>
      </dsp:txXfrm>
    </dsp:sp>
    <dsp:sp modelId="{36B2F88C-BE11-4F4E-9C05-5D14FB4B6E94}">
      <dsp:nvSpPr>
        <dsp:cNvPr id="0" name=""/>
        <dsp:cNvSpPr/>
      </dsp:nvSpPr>
      <dsp:spPr>
        <a:xfrm>
          <a:off x="960131" y="1779795"/>
          <a:ext cx="5775229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887157"/>
                <a:satOff val="5477"/>
                <a:lumOff val="-784"/>
                <a:alphaOff val="0"/>
                <a:tint val="98000"/>
                <a:lumMod val="114000"/>
              </a:schemeClr>
            </a:gs>
            <a:gs pos="100000">
              <a:schemeClr val="accent2">
                <a:hueOff val="-887157"/>
                <a:satOff val="5477"/>
                <a:lumOff val="-784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AI Orchestration: Backboard SDK (LLM Management)</a:t>
          </a:r>
          <a:endParaRPr lang="en-US" sz="1900" kern="1200"/>
        </a:p>
      </dsp:txBody>
      <dsp:txXfrm>
        <a:off x="982185" y="1801849"/>
        <a:ext cx="4765221" cy="708882"/>
      </dsp:txXfrm>
    </dsp:sp>
    <dsp:sp modelId="{8EC72989-5F55-E642-868B-97DC40C411B8}">
      <dsp:nvSpPr>
        <dsp:cNvPr id="0" name=""/>
        <dsp:cNvSpPr/>
      </dsp:nvSpPr>
      <dsp:spPr>
        <a:xfrm>
          <a:off x="1443807" y="2669692"/>
          <a:ext cx="5775229" cy="7529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330735"/>
                <a:satOff val="8216"/>
                <a:lumOff val="-1176"/>
                <a:alphaOff val="0"/>
                <a:tint val="98000"/>
                <a:lumMod val="114000"/>
              </a:schemeClr>
            </a:gs>
            <a:gs pos="100000">
              <a:schemeClr val="accent2">
                <a:hueOff val="-1330735"/>
                <a:satOff val="8216"/>
                <a:lumOff val="-1176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State: Custom MemoryManager &amp; NoteTaker pipelines</a:t>
          </a:r>
          <a:endParaRPr lang="en-US" sz="1900" kern="1200"/>
        </a:p>
      </dsp:txBody>
      <dsp:txXfrm>
        <a:off x="1465861" y="2691746"/>
        <a:ext cx="4758002" cy="708882"/>
      </dsp:txXfrm>
    </dsp:sp>
    <dsp:sp modelId="{8763FFA9-DA18-B94C-AEAC-64F905EA1922}">
      <dsp:nvSpPr>
        <dsp:cNvPr id="0" name=""/>
        <dsp:cNvSpPr/>
      </dsp:nvSpPr>
      <dsp:spPr>
        <a:xfrm>
          <a:off x="5285785" y="576722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395910" y="576722"/>
        <a:ext cx="269193" cy="368306"/>
      </dsp:txXfrm>
    </dsp:sp>
    <dsp:sp modelId="{FD67348D-9340-9941-A820-2CEE47CDBE40}">
      <dsp:nvSpPr>
        <dsp:cNvPr id="0" name=""/>
        <dsp:cNvSpPr/>
      </dsp:nvSpPr>
      <dsp:spPr>
        <a:xfrm>
          <a:off x="5769461" y="1466619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15232"/>
            <a:satOff val="5224"/>
            <a:lumOff val="23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815232"/>
              <a:satOff val="5224"/>
              <a:lumOff val="23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879586" y="1466619"/>
        <a:ext cx="269193" cy="368306"/>
      </dsp:txXfrm>
    </dsp:sp>
    <dsp:sp modelId="{1AE4DC86-B8E0-E74B-8078-B0927019B491}">
      <dsp:nvSpPr>
        <dsp:cNvPr id="0" name=""/>
        <dsp:cNvSpPr/>
      </dsp:nvSpPr>
      <dsp:spPr>
        <a:xfrm>
          <a:off x="6245917" y="2356517"/>
          <a:ext cx="489443" cy="4894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630464"/>
            <a:satOff val="10447"/>
            <a:lumOff val="477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1630464"/>
              <a:satOff val="10447"/>
              <a:lumOff val="47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356042" y="2356517"/>
        <a:ext cx="269193" cy="3683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FF02A-FD88-3546-9841-16C899E6DD57}">
      <dsp:nvSpPr>
        <dsp:cNvPr id="0" name=""/>
        <dsp:cNvSpPr/>
      </dsp:nvSpPr>
      <dsp:spPr>
        <a:xfrm>
          <a:off x="0" y="579218"/>
          <a:ext cx="4793456" cy="131859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🧠 Context-Aware Memory: Remembers answers to ask smart follow-ups.</a:t>
          </a:r>
          <a:endParaRPr lang="en-US" sz="2300" kern="1200"/>
        </a:p>
      </dsp:txBody>
      <dsp:txXfrm>
        <a:off x="64368" y="643586"/>
        <a:ext cx="4664720" cy="1189854"/>
      </dsp:txXfrm>
    </dsp:sp>
    <dsp:sp modelId="{A855EFAD-03A1-8C44-8ED4-EC8EEB82EDE8}">
      <dsp:nvSpPr>
        <dsp:cNvPr id="0" name=""/>
        <dsp:cNvSpPr/>
      </dsp:nvSpPr>
      <dsp:spPr>
        <a:xfrm>
          <a:off x="0" y="1964048"/>
          <a:ext cx="4793456" cy="1318590"/>
        </a:xfrm>
        <a:prstGeom prst="roundRect">
          <a:avLst/>
        </a:prstGeom>
        <a:solidFill>
          <a:schemeClr val="accent2">
            <a:hueOff val="-665368"/>
            <a:satOff val="4108"/>
            <a:lumOff val="-58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🛑 Semantic Termination Logic: Analyzes information density to decide when to quit.</a:t>
          </a:r>
          <a:endParaRPr lang="en-US" sz="2300" kern="1200"/>
        </a:p>
      </dsp:txBody>
      <dsp:txXfrm>
        <a:off x="64368" y="2028416"/>
        <a:ext cx="4664720" cy="1189854"/>
      </dsp:txXfrm>
    </dsp:sp>
    <dsp:sp modelId="{46242640-5DF7-D94B-8CE7-CDCB576767A8}">
      <dsp:nvSpPr>
        <dsp:cNvPr id="0" name=""/>
        <dsp:cNvSpPr/>
      </dsp:nvSpPr>
      <dsp:spPr>
        <a:xfrm>
          <a:off x="0" y="3348878"/>
          <a:ext cx="4793456" cy="1318590"/>
        </a:xfrm>
        <a:prstGeom prst="roundRect">
          <a:avLst/>
        </a:prstGeom>
        <a:solidFill>
          <a:schemeClr val="accent2">
            <a:hueOff val="-1330735"/>
            <a:satOff val="8216"/>
            <a:lumOff val="-117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📋 Structured Output: JSON-based SOAP note generation.</a:t>
          </a:r>
          <a:endParaRPr lang="en-US" sz="2300" kern="1200"/>
        </a:p>
      </dsp:txBody>
      <dsp:txXfrm>
        <a:off x="64368" y="3413246"/>
        <a:ext cx="4664720" cy="11898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A8B38-8794-4332-8332-753321B25FF8}">
      <dsp:nvSpPr>
        <dsp:cNvPr id="0" name=""/>
        <dsp:cNvSpPr/>
      </dsp:nvSpPr>
      <dsp:spPr>
        <a:xfrm>
          <a:off x="0" y="2177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F723F-DFDA-4ADC-A30C-4ABE4E8CFF1E}">
      <dsp:nvSpPr>
        <dsp:cNvPr id="0" name=""/>
        <dsp:cNvSpPr/>
      </dsp:nvSpPr>
      <dsp:spPr>
        <a:xfrm>
          <a:off x="333853" y="250498"/>
          <a:ext cx="607006" cy="607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453E7-E8EC-4E84-BD2E-D7EA9C761289}">
      <dsp:nvSpPr>
        <dsp:cNvPr id="0" name=""/>
        <dsp:cNvSpPr/>
      </dsp:nvSpPr>
      <dsp:spPr>
        <a:xfrm>
          <a:off x="1274714" y="2177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1. Patient Interaction (Streamlit)</a:t>
          </a:r>
          <a:endParaRPr lang="en-US" sz="2200" kern="1200"/>
        </a:p>
      </dsp:txBody>
      <dsp:txXfrm>
        <a:off x="1274714" y="2177"/>
        <a:ext cx="3518741" cy="1103648"/>
      </dsp:txXfrm>
    </dsp:sp>
    <dsp:sp modelId="{44159305-2C11-4316-87D4-8E65E4C9116F}">
      <dsp:nvSpPr>
        <dsp:cNvPr id="0" name=""/>
        <dsp:cNvSpPr/>
      </dsp:nvSpPr>
      <dsp:spPr>
        <a:xfrm>
          <a:off x="0" y="1381738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B2B6CB-400B-4C7B-ADA4-FA60183FB2F7}">
      <dsp:nvSpPr>
        <dsp:cNvPr id="0" name=""/>
        <dsp:cNvSpPr/>
      </dsp:nvSpPr>
      <dsp:spPr>
        <a:xfrm>
          <a:off x="333853" y="1630059"/>
          <a:ext cx="607006" cy="607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9AD81-BEF9-436A-8F8E-3C41117FC880}">
      <dsp:nvSpPr>
        <dsp:cNvPr id="0" name=""/>
        <dsp:cNvSpPr/>
      </dsp:nvSpPr>
      <dsp:spPr>
        <a:xfrm>
          <a:off x="1274714" y="1381738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2. Dynamic Follow-up Questions</a:t>
          </a:r>
          <a:endParaRPr lang="en-US" sz="2200" kern="1200"/>
        </a:p>
      </dsp:txBody>
      <dsp:txXfrm>
        <a:off x="1274714" y="1381738"/>
        <a:ext cx="3518741" cy="1103648"/>
      </dsp:txXfrm>
    </dsp:sp>
    <dsp:sp modelId="{821439B8-CA8F-4DA9-80E6-A4611A6BE989}">
      <dsp:nvSpPr>
        <dsp:cNvPr id="0" name=""/>
        <dsp:cNvSpPr/>
      </dsp:nvSpPr>
      <dsp:spPr>
        <a:xfrm>
          <a:off x="0" y="2761299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1B526-E34A-401B-A18F-EA6CACADC07C}">
      <dsp:nvSpPr>
        <dsp:cNvPr id="0" name=""/>
        <dsp:cNvSpPr/>
      </dsp:nvSpPr>
      <dsp:spPr>
        <a:xfrm>
          <a:off x="333853" y="3009620"/>
          <a:ext cx="607006" cy="607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B7A1D-EE3F-4E8A-99C5-8E96E1AD4DAD}">
      <dsp:nvSpPr>
        <dsp:cNvPr id="0" name=""/>
        <dsp:cNvSpPr/>
      </dsp:nvSpPr>
      <dsp:spPr>
        <a:xfrm>
          <a:off x="1274714" y="2761299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3. Smart Termination</a:t>
          </a:r>
          <a:endParaRPr lang="en-US" sz="2200" kern="1200"/>
        </a:p>
      </dsp:txBody>
      <dsp:txXfrm>
        <a:off x="1274714" y="2761299"/>
        <a:ext cx="3518741" cy="1103648"/>
      </dsp:txXfrm>
    </dsp:sp>
    <dsp:sp modelId="{EB6E851E-FC5A-427F-892A-99B8A313A601}">
      <dsp:nvSpPr>
        <dsp:cNvPr id="0" name=""/>
        <dsp:cNvSpPr/>
      </dsp:nvSpPr>
      <dsp:spPr>
        <a:xfrm>
          <a:off x="0" y="4140860"/>
          <a:ext cx="4793456" cy="11036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AADD8-8113-4389-8EFA-F4B5ECE17E07}">
      <dsp:nvSpPr>
        <dsp:cNvPr id="0" name=""/>
        <dsp:cNvSpPr/>
      </dsp:nvSpPr>
      <dsp:spPr>
        <a:xfrm>
          <a:off x="333853" y="4389181"/>
          <a:ext cx="607006" cy="607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47366-567F-409B-9E9B-2DD02308EAA9}">
      <dsp:nvSpPr>
        <dsp:cNvPr id="0" name=""/>
        <dsp:cNvSpPr/>
      </dsp:nvSpPr>
      <dsp:spPr>
        <a:xfrm>
          <a:off x="1274714" y="4140860"/>
          <a:ext cx="3518741" cy="1103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803" tIns="116803" rIns="116803" bIns="11680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/>
            <a:t>4. The Result: Instant SOAP Note Generation</a:t>
          </a:r>
          <a:endParaRPr lang="en-US" sz="2200" kern="1200"/>
        </a:p>
      </dsp:txBody>
      <dsp:txXfrm>
        <a:off x="1274714" y="4140860"/>
        <a:ext cx="3518741" cy="1103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748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Hi, we are [Team Name]. We built NeuroFlow to solve the biggest bottleneck in modern healthcare: the administrative burden.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found that doctors are drowning in data entry. They are becoming data clerks instead of healers. We wanted to reclaim that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NeuroFlow sits in the waiting room—digitally. It talks to the patient, gathers the history, and hands the doctor a perfect clinical note before they even walk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Under the hood, we built a fully asynchronous event loop using Python 3.12. We integrated the Backboard SDK to handle our LLM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hardest part was the 'Termination Logic'. We engineered the backend to analyze the chat and decide when to stop, so the patient isn't trapped in a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Let's show you how it works. (Walk through the demo script. Emphasize the speed of the note generation at the end.)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built the core logic this weekend. Next, we want to give NeuroFlow a voice—literally—so it can help anyone,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263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1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03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2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25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35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4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1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92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4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15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91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69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67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33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27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6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0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NeuroFlow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0000" lnSpcReduction="20000"/>
          </a:bodyPr>
          <a:lstStyle/>
          <a:p>
            <a:r>
              <a:t>Automated Clinical Intake &amp; SOAP Note Generation</a:t>
            </a:r>
          </a:p>
          <a:p>
            <a:endParaRPr/>
          </a:p>
          <a:p>
            <a:r>
              <a:t>Team: [Your Team Name]</a:t>
            </a:r>
          </a:p>
          <a:p>
            <a:r>
              <a:t>Built for McHacks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7B50C-BA86-4F51-A3E5-EE1354FC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E7DC5BDA-5569-44D1-B022-C75E74FC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4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The Problem: Physician Burnout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125878-85CE-4A00-BA94-36987E341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57D174-FA4A-C43C-F332-D2EB48336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1856573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CA" sz="3000">
                <a:solidFill>
                  <a:srgbClr val="EBEBEB"/>
                </a:solidFill>
              </a:rPr>
              <a:t>The Solution: NeuroFlow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14E1EC-ED1B-83B7-4D81-791DCDDB8A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21448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87B50C-BA86-4F51-A3E5-EE1354FCE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E7DC5BDA-5569-44D1-B022-C75E74FC5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794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4" y="973668"/>
            <a:ext cx="6571060" cy="706964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FFFFFF"/>
                </a:solidFill>
              </a:rPr>
              <a:t>Architecture &amp; Tech Stack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125878-85CE-4A00-BA94-36987E341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47AA33-0D7A-DC65-661C-A9D71E57B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587228"/>
              </p:ext>
            </p:extLst>
          </p:nvPr>
        </p:nvGraphicFramePr>
        <p:xfrm>
          <a:off x="965200" y="2324100"/>
          <a:ext cx="7219037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EBEBEB"/>
                </a:solidFill>
              </a:rPr>
              <a:t>Key Technical Features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5271E4-30B1-B680-FC6B-98FDB3B8B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6433391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CAF1E58-D170-4EF3-8E1A-992DA3688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3">
              <a:duotone>
                <a:schemeClr val="dk2">
                  <a:shade val="69000"/>
                  <a:hueMod val="108000"/>
                  <a:satMod val="164000"/>
                  <a:lumMod val="74000"/>
                </a:schemeClr>
                <a:schemeClr val="dk2">
                  <a:tint val="96000"/>
                  <a:hueMod val="88000"/>
                  <a:satMod val="140000"/>
                  <a:lumMod val="13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ACCB19-3F29-416E-BD93-24BDDE37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314325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C41423-F9F7-4333-A541-61582D3D2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177165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A66DA090-6BD9-45CC-B782-02767069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F93AF-9489-4B8A-AA6B-1B00D3CA6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4285059" y="402165"/>
            <a:ext cx="454143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 5">
            <a:extLst>
              <a:ext uri="{FF2B5EF4-FFF2-40B4-BE49-F238E27FC236}">
                <a16:creationId xmlns:a16="http://schemas.microsoft.com/office/drawing/2014/main" id="{2F459F0B-865B-481D-9AC3-15C76A336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915324" y="2958541"/>
            <a:ext cx="6053670" cy="940919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1CDB3A6-B686-4E1D-AD52-3DC038A45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3667"/>
            <a:ext cx="2206657" cy="4833745"/>
          </a:xfrm>
        </p:spPr>
        <p:txBody>
          <a:bodyPr>
            <a:normAutofit/>
          </a:bodyPr>
          <a:lstStyle/>
          <a:p>
            <a:r>
              <a:rPr lang="en-CA">
                <a:solidFill>
                  <a:srgbClr val="EBEBEB"/>
                </a:solidFill>
              </a:rPr>
              <a:t>Live Demo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38E400-4F30-481D-A5DC-5AA21A2C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412BDA-7882-85D4-39DD-172F321F1B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125339"/>
              </p:ext>
            </p:extLst>
          </p:nvPr>
        </p:nvGraphicFramePr>
        <p:xfrm>
          <a:off x="3895725" y="808038"/>
          <a:ext cx="4793456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EHR Integration (Push to Epic/Cerner)</a:t>
            </a:r>
          </a:p>
          <a:p>
            <a:r>
              <a:t>• Voice Interface (Whisper AI) for accessibility</a:t>
            </a:r>
          </a:p>
          <a:p>
            <a:r>
              <a:t>• Multi-Language Support for triage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21</TotalTime>
  <Words>444</Words>
  <Application>Microsoft Macintosh PowerPoint</Application>
  <PresentationFormat>On-screen Show (4:3)</PresentationFormat>
  <Paragraphs>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Century Gothic</vt:lpstr>
      <vt:lpstr>Wingdings 3</vt:lpstr>
      <vt:lpstr>Ion Boardroom</vt:lpstr>
      <vt:lpstr>NeuroFlow</vt:lpstr>
      <vt:lpstr>The Problem: Physician Burnout</vt:lpstr>
      <vt:lpstr>The Solution: NeuroFlow</vt:lpstr>
      <vt:lpstr>Architecture &amp; Tech Stack</vt:lpstr>
      <vt:lpstr>Key Technical Features</vt:lpstr>
      <vt:lpstr>Live Demo</vt:lpstr>
      <vt:lpstr>Future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NeuroFlow</dc:title>
  <dc:subject/>
  <dc:creator/>
  <cp:keywords/>
  <dc:description>generated using python-pptx</dc:description>
  <cp:lastModifiedBy>Yannick Bensimon</cp:lastModifiedBy>
  <cp:revision>2</cp:revision>
  <dcterms:created xsi:type="dcterms:W3CDTF">2013-01-27T09:14:16Z</dcterms:created>
  <dcterms:modified xsi:type="dcterms:W3CDTF">2026-01-14T19:52:34Z</dcterms:modified>
  <cp:category/>
</cp:coreProperties>
</file>