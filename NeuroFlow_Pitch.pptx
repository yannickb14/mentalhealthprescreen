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[Team Name]. We built NeuroFlow to solve the biggest bottleneck in modern healthcare: the administrative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found that doctors are drowning in data entry. They are becoming data clerks instead of healers. We wanted to reclaim that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NeuroFlow sits in the waiting room—digitally. It talks to the patient, gathers the history, and hands the doctor a perfect clinical note before they even walk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the hood, we built a fully asynchronous event loop using Python 3.12. We integrated the Backboard SDK to handle our LLM orchestration.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hardest part was the 'Termination Logic'. We engineered the backend to analyze the chat and decide when to stop, so the patient isn't trapped in a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show you how it works. (Walk through the demo script. Emphasize the speed of the note generation at the end.)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built the core logic this weekend. Next, we want to give NeuroFlow a voice—literally—so it can help anyone,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NeuroFlow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Clinical Intake &amp; SOAP Note Generation</a:t>
            </a:r>
          </a:p>
          <a:p/>
          <a:p>
            <a:r>
              <a:t>Team: [Your Team Name]</a:t>
            </a:r>
          </a:p>
          <a:p>
            <a:r>
              <a:t>Built for McHacks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Physician Burnout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Bottleneck: Doctors spend 2 hours on data entry for every 1 hour of patient care.</a:t>
            </a:r>
          </a:p>
          <a:p>
            <a:pPr/>
            <a:r>
              <a:t>The Consequence: Burnout, shorter visits, and critical details lost.</a:t>
            </a:r>
          </a:p>
          <a:p>
            <a:pPr/>
            <a:r>
              <a:t>The Gap: Existing tools are just 'dictation' or require the doctor to be present.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Solution: NeuroFlow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it is: An intelligent agent that interviews patients BEFORE they see the doctor.</a:t>
            </a:r>
          </a:p>
          <a:p>
            <a:pPr/>
            <a:r>
              <a:t>Dynamic Interview: Asks smart follow-up questions based on specific symptoms.</a:t>
            </a:r>
          </a:p>
          <a:p>
            <a:pPr/>
            <a:r>
              <a:t>Smart Termination: Detects when it has enough info to stop.</a:t>
            </a:r>
          </a:p>
          <a:p>
            <a:pPr/>
            <a:r>
              <a:t>Auto-SOAP: Generates structured clinical notes instantly.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&amp; 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Streamlit (Real-time Async Chat)</a:t>
            </a:r>
          </a:p>
          <a:p>
            <a:pPr/>
            <a:r>
              <a:t>Backend: Python 3.12 (FastAPI / AsyncIO)</a:t>
            </a:r>
          </a:p>
          <a:p>
            <a:pPr/>
            <a:r>
              <a:t>AI Orchestration: Backboard SDK (LLM Management)</a:t>
            </a:r>
          </a:p>
          <a:p>
            <a:pPr/>
            <a:r>
              <a:t>State: Custom MemoryManager &amp; NoteTaker pipelines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Technical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🧠 Context-Aware Memory: Remembers answers to ask smart follow-ups.</a:t>
            </a:r>
          </a:p>
          <a:p>
            <a:pPr/>
            <a:r>
              <a:t>🛑 Semantic Termination Logic: Analyzes information density to decide when to quit.</a:t>
            </a:r>
          </a:p>
          <a:p>
            <a:pPr/>
            <a:r>
              <a:t>📋 Structured Output: JSON-based SOAP note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Patient Interaction (Streamlit)</a:t>
            </a:r>
          </a:p>
          <a:p>
            <a:pPr/>
            <a:r>
              <a:t>2. Dynamic Follow-up Questions</a:t>
            </a:r>
          </a:p>
          <a:p>
            <a:pPr/>
            <a:r>
              <a:t>3. Smart Termination</a:t>
            </a:r>
          </a:p>
          <a:p>
            <a:pPr/>
            <a:r>
              <a:t>4. The Result: Instant SOAP Note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EHR Integration (Push to Epic/Cerner)</a:t>
            </a:r>
          </a:p>
          <a:p>
            <a:pPr/>
            <a:r>
              <a:t>• Voice Interface (Whisper AI) for accessibility</a:t>
            </a:r>
          </a:p>
          <a:p>
            <a:pPr/>
            <a:r>
              <a:t>• Multi-Language Support for triage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